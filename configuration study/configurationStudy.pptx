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71" r:id="rId3"/>
    <p:sldId id="274" r:id="rId4"/>
    <p:sldId id="275" r:id="rId5"/>
    <p:sldId id="276" r:id="rId6"/>
    <p:sldId id="273" r:id="rId7"/>
    <p:sldId id="277" r:id="rId8"/>
    <p:sldId id="279" r:id="rId9"/>
    <p:sldId id="260" r:id="rId10"/>
    <p:sldId id="263" r:id="rId11"/>
    <p:sldId id="283" r:id="rId12"/>
    <p:sldId id="264" r:id="rId13"/>
    <p:sldId id="261" r:id="rId14"/>
    <p:sldId id="265" r:id="rId15"/>
    <p:sldId id="282" r:id="rId16"/>
    <p:sldId id="266" r:id="rId17"/>
    <p:sldId id="267" r:id="rId18"/>
    <p:sldId id="285" r:id="rId19"/>
    <p:sldId id="286" r:id="rId20"/>
    <p:sldId id="287" r:id="rId21"/>
    <p:sldId id="288" r:id="rId22"/>
    <p:sldId id="289" r:id="rId23"/>
    <p:sldId id="290" r:id="rId24"/>
    <p:sldId id="291" r:id="rId2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B18AA-E446-4381-BC0A-26C8B70CBED7}" v="246" dt="2026-05-29T08:22:45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88" autoAdjust="0"/>
  </p:normalViewPr>
  <p:slideViewPr>
    <p:cSldViewPr snapToGrid="0">
      <p:cViewPr varScale="1">
        <p:scale>
          <a:sx n="91" d="100"/>
          <a:sy n="91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CAPITAN AGUDO" userId="7470a26b-2ca6-48dd-8711-9f6fe180d110" providerId="ADAL" clId="{B56B4F64-6DD6-406F-A8B0-1D84FEFCA845}"/>
    <pc:docChg chg="undo custSel addSld delSld modSld sldOrd">
      <pc:chgData name="CARLOS CAPITAN AGUDO" userId="7470a26b-2ca6-48dd-8711-9f6fe180d110" providerId="ADAL" clId="{B56B4F64-6DD6-406F-A8B0-1D84FEFCA845}" dt="2026-05-29T08:24:01.921" v="15662" actId="20577"/>
      <pc:docMkLst>
        <pc:docMk/>
      </pc:docMkLst>
      <pc:sldChg chg="addSp modSp new mod">
        <pc:chgData name="CARLOS CAPITAN AGUDO" userId="7470a26b-2ca6-48dd-8711-9f6fe180d110" providerId="ADAL" clId="{B56B4F64-6DD6-406F-A8B0-1D84FEFCA845}" dt="2026-05-22T12:19:57.008" v="9796" actId="20577"/>
        <pc:sldMkLst>
          <pc:docMk/>
          <pc:sldMk cId="3538739954" sldId="256"/>
        </pc:sldMkLst>
        <pc:spChg chg="mod">
          <ac:chgData name="CARLOS CAPITAN AGUDO" userId="7470a26b-2ca6-48dd-8711-9f6fe180d110" providerId="ADAL" clId="{B56B4F64-6DD6-406F-A8B0-1D84FEFCA845}" dt="2026-05-20T12:10:14.852" v="45" actId="20577"/>
          <ac:spMkLst>
            <pc:docMk/>
            <pc:sldMk cId="3538739954" sldId="256"/>
            <ac:spMk id="2" creationId="{3E6A9A8E-359C-4214-609E-8D01420C907D}"/>
          </ac:spMkLst>
        </pc:spChg>
        <pc:spChg chg="mod">
          <ac:chgData name="CARLOS CAPITAN AGUDO" userId="7470a26b-2ca6-48dd-8711-9f6fe180d110" providerId="ADAL" clId="{B56B4F64-6DD6-406F-A8B0-1D84FEFCA845}" dt="2026-05-22T12:19:57.008" v="9796" actId="20577"/>
          <ac:spMkLst>
            <pc:docMk/>
            <pc:sldMk cId="3538739954" sldId="256"/>
            <ac:spMk id="3" creationId="{08E61E27-D83B-944C-537A-419FF07BA7F7}"/>
          </ac:spMkLst>
        </pc:spChg>
        <pc:spChg chg="add mod">
          <ac:chgData name="CARLOS CAPITAN AGUDO" userId="7470a26b-2ca6-48dd-8711-9f6fe180d110" providerId="ADAL" clId="{B56B4F64-6DD6-406F-A8B0-1D84FEFCA845}" dt="2026-05-22T10:04:14.398" v="8652" actId="1076"/>
          <ac:spMkLst>
            <pc:docMk/>
            <pc:sldMk cId="3538739954" sldId="256"/>
            <ac:spMk id="5" creationId="{BBAAC0B9-DBF1-43B9-116E-FD27D9B8E370}"/>
          </ac:spMkLst>
        </pc:spChg>
        <pc:picChg chg="add mod">
          <ac:chgData name="CARLOS CAPITAN AGUDO" userId="7470a26b-2ca6-48dd-8711-9f6fe180d110" providerId="ADAL" clId="{B56B4F64-6DD6-406F-A8B0-1D84FEFCA845}" dt="2026-05-22T10:04:09.594" v="8651" actId="1076"/>
          <ac:picMkLst>
            <pc:docMk/>
            <pc:sldMk cId="3538739954" sldId="256"/>
            <ac:picMk id="4" creationId="{EDB8E053-E829-FE81-E381-AA06E35D999C}"/>
          </ac:picMkLst>
        </pc:picChg>
        <pc:picChg chg="add mod modCrop">
          <ac:chgData name="CARLOS CAPITAN AGUDO" userId="7470a26b-2ca6-48dd-8711-9f6fe180d110" providerId="ADAL" clId="{B56B4F64-6DD6-406F-A8B0-1D84FEFCA845}" dt="2026-05-22T10:03:30.779" v="8615" actId="1076"/>
          <ac:picMkLst>
            <pc:docMk/>
            <pc:sldMk cId="3538739954" sldId="256"/>
            <ac:picMk id="1026" creationId="{E755A734-7D44-6E6E-2062-6F1B0BF73A1E}"/>
          </ac:picMkLst>
        </pc:picChg>
      </pc:sldChg>
      <pc:sldChg chg="modSp new mod">
        <pc:chgData name="CARLOS CAPITAN AGUDO" userId="7470a26b-2ca6-48dd-8711-9f6fe180d110" providerId="ADAL" clId="{B56B4F64-6DD6-406F-A8B0-1D84FEFCA845}" dt="2026-05-21T12:09:27.748" v="5244" actId="20577"/>
        <pc:sldMkLst>
          <pc:docMk/>
          <pc:sldMk cId="752242075" sldId="257"/>
        </pc:sldMkLst>
        <pc:spChg chg="mod">
          <ac:chgData name="CARLOS CAPITAN AGUDO" userId="7470a26b-2ca6-48dd-8711-9f6fe180d110" providerId="ADAL" clId="{B56B4F64-6DD6-406F-A8B0-1D84FEFCA845}" dt="2026-05-21T12:09:27.748" v="5244" actId="20577"/>
          <ac:spMkLst>
            <pc:docMk/>
            <pc:sldMk cId="752242075" sldId="257"/>
            <ac:spMk id="2" creationId="{E740C092-9550-90F4-7B23-CCDD4F3F06C2}"/>
          </ac:spMkLst>
        </pc:spChg>
        <pc:spChg chg="mod">
          <ac:chgData name="CARLOS CAPITAN AGUDO" userId="7470a26b-2ca6-48dd-8711-9f6fe180d110" providerId="ADAL" clId="{B56B4F64-6DD6-406F-A8B0-1D84FEFCA845}" dt="2026-05-21T12:06:15.999" v="5231" actId="33524"/>
          <ac:spMkLst>
            <pc:docMk/>
            <pc:sldMk cId="752242075" sldId="257"/>
            <ac:spMk id="3" creationId="{170DDC2B-1765-2E9B-94DE-CB5A14C08F45}"/>
          </ac:spMkLst>
        </pc:spChg>
      </pc:sldChg>
      <pc:sldChg chg="addSp modSp add mod">
        <pc:chgData name="CARLOS CAPITAN AGUDO" userId="7470a26b-2ca6-48dd-8711-9f6fe180d110" providerId="ADAL" clId="{B56B4F64-6DD6-406F-A8B0-1D84FEFCA845}" dt="2026-05-21T15:24:38.024" v="8594" actId="20577"/>
        <pc:sldMkLst>
          <pc:docMk/>
          <pc:sldMk cId="463333717" sldId="258"/>
        </pc:sldMkLst>
        <pc:spChg chg="mod">
          <ac:chgData name="CARLOS CAPITAN AGUDO" userId="7470a26b-2ca6-48dd-8711-9f6fe180d110" providerId="ADAL" clId="{B56B4F64-6DD6-406F-A8B0-1D84FEFCA845}" dt="2026-05-21T15:24:38.024" v="8594" actId="20577"/>
          <ac:spMkLst>
            <pc:docMk/>
            <pc:sldMk cId="463333717" sldId="258"/>
            <ac:spMk id="2" creationId="{C680BF30-3A32-55B6-271B-2146DB64A355}"/>
          </ac:spMkLst>
        </pc:spChg>
        <pc:spChg chg="mod">
          <ac:chgData name="CARLOS CAPITAN AGUDO" userId="7470a26b-2ca6-48dd-8711-9f6fe180d110" providerId="ADAL" clId="{B56B4F64-6DD6-406F-A8B0-1D84FEFCA845}" dt="2026-05-20T13:51:38.186" v="1579" actId="27636"/>
          <ac:spMkLst>
            <pc:docMk/>
            <pc:sldMk cId="463333717" sldId="258"/>
            <ac:spMk id="3" creationId="{5A8CE42F-D7EE-8BCD-FD97-6CDFA74D1716}"/>
          </ac:spMkLst>
        </pc:spChg>
        <pc:spChg chg="add mod">
          <ac:chgData name="CARLOS CAPITAN AGUDO" userId="7470a26b-2ca6-48dd-8711-9f6fe180d110" providerId="ADAL" clId="{B56B4F64-6DD6-406F-A8B0-1D84FEFCA845}" dt="2026-05-20T13:51:55.550" v="1580" actId="1076"/>
          <ac:spMkLst>
            <pc:docMk/>
            <pc:sldMk cId="463333717" sldId="258"/>
            <ac:spMk id="6" creationId="{F0A3B887-6501-5779-9F21-A8B3D77C9F69}"/>
          </ac:spMkLst>
        </pc:spChg>
        <pc:spChg chg="add mod">
          <ac:chgData name="CARLOS CAPITAN AGUDO" userId="7470a26b-2ca6-48dd-8711-9f6fe180d110" providerId="ADAL" clId="{B56B4F64-6DD6-406F-A8B0-1D84FEFCA845}" dt="2026-05-20T13:51:55.550" v="1580" actId="1076"/>
          <ac:spMkLst>
            <pc:docMk/>
            <pc:sldMk cId="463333717" sldId="258"/>
            <ac:spMk id="7" creationId="{0E9A1361-EA8F-46E2-B41E-FA4CC62049FA}"/>
          </ac:spMkLst>
        </pc:spChg>
        <pc:graphicFrameChg chg="add mod modGraphic">
          <ac:chgData name="CARLOS CAPITAN AGUDO" userId="7470a26b-2ca6-48dd-8711-9f6fe180d110" providerId="ADAL" clId="{B56B4F64-6DD6-406F-A8B0-1D84FEFCA845}" dt="2026-05-20T13:51:55.550" v="1580" actId="1076"/>
          <ac:graphicFrameMkLst>
            <pc:docMk/>
            <pc:sldMk cId="463333717" sldId="258"/>
            <ac:graphicFrameMk id="8" creationId="{2E732D9D-F59E-B0B9-B36D-11A56880855C}"/>
          </ac:graphicFrameMkLst>
        </pc:graphicFrameChg>
        <pc:picChg chg="add mod">
          <ac:chgData name="CARLOS CAPITAN AGUDO" userId="7470a26b-2ca6-48dd-8711-9f6fe180d110" providerId="ADAL" clId="{B56B4F64-6DD6-406F-A8B0-1D84FEFCA845}" dt="2026-05-20T13:51:55.550" v="1580" actId="1076"/>
          <ac:picMkLst>
            <pc:docMk/>
            <pc:sldMk cId="463333717" sldId="258"/>
            <ac:picMk id="5" creationId="{3F819281-245B-028D-9F4C-A10C77087ADD}"/>
          </ac:picMkLst>
        </pc:picChg>
      </pc:sldChg>
      <pc:sldChg chg="modSp new mod">
        <pc:chgData name="CARLOS CAPITAN AGUDO" userId="7470a26b-2ca6-48dd-8711-9f6fe180d110" providerId="ADAL" clId="{B56B4F64-6DD6-406F-A8B0-1D84FEFCA845}" dt="2026-05-22T12:22:38.268" v="10023" actId="20577"/>
        <pc:sldMkLst>
          <pc:docMk/>
          <pc:sldMk cId="2680292901" sldId="259"/>
        </pc:sldMkLst>
        <pc:spChg chg="mod">
          <ac:chgData name="CARLOS CAPITAN AGUDO" userId="7470a26b-2ca6-48dd-8711-9f6fe180d110" providerId="ADAL" clId="{B56B4F64-6DD6-406F-A8B0-1D84FEFCA845}" dt="2026-05-21T15:24:43.507" v="8607" actId="20577"/>
          <ac:spMkLst>
            <pc:docMk/>
            <pc:sldMk cId="2680292901" sldId="259"/>
            <ac:spMk id="2" creationId="{A5E9A4CE-F85F-44CB-2781-683BD9750439}"/>
          </ac:spMkLst>
        </pc:spChg>
        <pc:spChg chg="mod">
          <ac:chgData name="CARLOS CAPITAN AGUDO" userId="7470a26b-2ca6-48dd-8711-9f6fe180d110" providerId="ADAL" clId="{B56B4F64-6DD6-406F-A8B0-1D84FEFCA845}" dt="2026-05-22T12:22:38.268" v="10023" actId="20577"/>
          <ac:spMkLst>
            <pc:docMk/>
            <pc:sldMk cId="2680292901" sldId="259"/>
            <ac:spMk id="3" creationId="{AB452A02-575E-A724-D630-C05C673277E4}"/>
          </ac:spMkLst>
        </pc:spChg>
      </pc:sldChg>
      <pc:sldChg chg="addSp modSp new mod">
        <pc:chgData name="CARLOS CAPITAN AGUDO" userId="7470a26b-2ca6-48dd-8711-9f6fe180d110" providerId="ADAL" clId="{B56B4F64-6DD6-406F-A8B0-1D84FEFCA845}" dt="2026-05-20T14:39:22.082" v="2045" actId="1076"/>
        <pc:sldMkLst>
          <pc:docMk/>
          <pc:sldMk cId="2723563736" sldId="260"/>
        </pc:sldMkLst>
        <pc:spChg chg="mod">
          <ac:chgData name="CARLOS CAPITAN AGUDO" userId="7470a26b-2ca6-48dd-8711-9f6fe180d110" providerId="ADAL" clId="{B56B4F64-6DD6-406F-A8B0-1D84FEFCA845}" dt="2026-05-20T14:07:27.904" v="1979" actId="20577"/>
          <ac:spMkLst>
            <pc:docMk/>
            <pc:sldMk cId="2723563736" sldId="260"/>
            <ac:spMk id="2" creationId="{CAE14567-C480-D7A4-9BF2-3365D3F62E7B}"/>
          </ac:spMkLst>
        </pc:spChg>
        <pc:spChg chg="mod">
          <ac:chgData name="CARLOS CAPITAN AGUDO" userId="7470a26b-2ca6-48dd-8711-9f6fe180d110" providerId="ADAL" clId="{B56B4F64-6DD6-406F-A8B0-1D84FEFCA845}" dt="2026-05-20T14:37:21.428" v="1996" actId="1076"/>
          <ac:spMkLst>
            <pc:docMk/>
            <pc:sldMk cId="2723563736" sldId="260"/>
            <ac:spMk id="3" creationId="{70F3CF51-BF44-AF81-34C4-BB1C3F9503A6}"/>
          </ac:spMkLst>
        </pc:spChg>
        <pc:spChg chg="add mod">
          <ac:chgData name="CARLOS CAPITAN AGUDO" userId="7470a26b-2ca6-48dd-8711-9f6fe180d110" providerId="ADAL" clId="{B56B4F64-6DD6-406F-A8B0-1D84FEFCA845}" dt="2026-05-20T14:38:59.509" v="2022" actId="1076"/>
          <ac:spMkLst>
            <pc:docMk/>
            <pc:sldMk cId="2723563736" sldId="260"/>
            <ac:spMk id="6" creationId="{8A903B25-8D5B-7A49-D226-3BB1913F261D}"/>
          </ac:spMkLst>
        </pc:spChg>
        <pc:spChg chg="add mod">
          <ac:chgData name="CARLOS CAPITAN AGUDO" userId="7470a26b-2ca6-48dd-8711-9f6fe180d110" providerId="ADAL" clId="{B56B4F64-6DD6-406F-A8B0-1D84FEFCA845}" dt="2026-05-20T14:39:22.082" v="2045" actId="1076"/>
          <ac:spMkLst>
            <pc:docMk/>
            <pc:sldMk cId="2723563736" sldId="260"/>
            <ac:spMk id="9" creationId="{77726171-3C9C-861A-CE62-83CFB2DDAEDA}"/>
          </ac:spMkLst>
        </pc:spChg>
        <pc:picChg chg="add mod">
          <ac:chgData name="CARLOS CAPITAN AGUDO" userId="7470a26b-2ca6-48dd-8711-9f6fe180d110" providerId="ADAL" clId="{B56B4F64-6DD6-406F-A8B0-1D84FEFCA845}" dt="2026-05-20T14:38:55.229" v="2021" actId="1076"/>
          <ac:picMkLst>
            <pc:docMk/>
            <pc:sldMk cId="2723563736" sldId="260"/>
            <ac:picMk id="5" creationId="{2D3C57B1-32DF-66AF-11D3-A93D858D28BA}"/>
          </ac:picMkLst>
        </pc:picChg>
        <pc:picChg chg="add mod">
          <ac:chgData name="CARLOS CAPITAN AGUDO" userId="7470a26b-2ca6-48dd-8711-9f6fe180d110" providerId="ADAL" clId="{B56B4F64-6DD6-406F-A8B0-1D84FEFCA845}" dt="2026-05-20T14:38:52.323" v="2020" actId="1076"/>
          <ac:picMkLst>
            <pc:docMk/>
            <pc:sldMk cId="2723563736" sldId="260"/>
            <ac:picMk id="8" creationId="{7DE4384F-E8AC-09FD-3D68-A0922E62B2D8}"/>
          </ac:picMkLst>
        </pc:picChg>
      </pc:sldChg>
      <pc:sldChg chg="addSp modSp new mod">
        <pc:chgData name="CARLOS CAPITAN AGUDO" userId="7470a26b-2ca6-48dd-8711-9f6fe180d110" providerId="ADAL" clId="{B56B4F64-6DD6-406F-A8B0-1D84FEFCA845}" dt="2026-05-21T15:18:33.574" v="8575" actId="1076"/>
        <pc:sldMkLst>
          <pc:docMk/>
          <pc:sldMk cId="3869044051" sldId="261"/>
        </pc:sldMkLst>
        <pc:spChg chg="mod">
          <ac:chgData name="CARLOS CAPITAN AGUDO" userId="7470a26b-2ca6-48dd-8711-9f6fe180d110" providerId="ADAL" clId="{B56B4F64-6DD6-406F-A8B0-1D84FEFCA845}" dt="2026-05-20T14:39:42.148" v="2047"/>
          <ac:spMkLst>
            <pc:docMk/>
            <pc:sldMk cId="3869044051" sldId="261"/>
            <ac:spMk id="2" creationId="{056A525C-D89F-ABDA-4199-0721386C1359}"/>
          </ac:spMkLst>
        </pc:spChg>
        <pc:spChg chg="mod">
          <ac:chgData name="CARLOS CAPITAN AGUDO" userId="7470a26b-2ca6-48dd-8711-9f6fe180d110" providerId="ADAL" clId="{B56B4F64-6DD6-406F-A8B0-1D84FEFCA845}" dt="2026-05-20T14:39:54.900" v="2055" actId="1076"/>
          <ac:spMkLst>
            <pc:docMk/>
            <pc:sldMk cId="3869044051" sldId="261"/>
            <ac:spMk id="3" creationId="{B4CEE1AC-6E39-88EF-6941-27F2150AF096}"/>
          </ac:spMkLst>
        </pc:spChg>
        <pc:spChg chg="add mod">
          <ac:chgData name="CARLOS CAPITAN AGUDO" userId="7470a26b-2ca6-48dd-8711-9f6fe180d110" providerId="ADAL" clId="{B56B4F64-6DD6-406F-A8B0-1D84FEFCA845}" dt="2026-05-21T15:18:33.574" v="8575" actId="1076"/>
          <ac:spMkLst>
            <pc:docMk/>
            <pc:sldMk cId="3869044051" sldId="261"/>
            <ac:spMk id="8" creationId="{B956E303-C239-C4E1-02BD-0B5B7D828AF8}"/>
          </ac:spMkLst>
        </pc:spChg>
        <pc:spChg chg="add mod">
          <ac:chgData name="CARLOS CAPITAN AGUDO" userId="7470a26b-2ca6-48dd-8711-9f6fe180d110" providerId="ADAL" clId="{B56B4F64-6DD6-406F-A8B0-1D84FEFCA845}" dt="2026-05-21T15:18:28.411" v="8574" actId="1076"/>
          <ac:spMkLst>
            <pc:docMk/>
            <pc:sldMk cId="3869044051" sldId="261"/>
            <ac:spMk id="9" creationId="{2436C24E-439E-633A-F52A-30B12C00BBDA}"/>
          </ac:spMkLst>
        </pc:spChg>
        <pc:picChg chg="add mod">
          <ac:chgData name="CARLOS CAPITAN AGUDO" userId="7470a26b-2ca6-48dd-8711-9f6fe180d110" providerId="ADAL" clId="{B56B4F64-6DD6-406F-A8B0-1D84FEFCA845}" dt="2026-05-20T14:42:05.093" v="2091" actId="1076"/>
          <ac:picMkLst>
            <pc:docMk/>
            <pc:sldMk cId="3869044051" sldId="261"/>
            <ac:picMk id="5" creationId="{C8B9B381-0A78-680C-4D88-A94946199C34}"/>
          </ac:picMkLst>
        </pc:picChg>
        <pc:picChg chg="add mod">
          <ac:chgData name="CARLOS CAPITAN AGUDO" userId="7470a26b-2ca6-48dd-8711-9f6fe180d110" providerId="ADAL" clId="{B56B4F64-6DD6-406F-A8B0-1D84FEFCA845}" dt="2026-05-20T14:42:02.088" v="2090" actId="1076"/>
          <ac:picMkLst>
            <pc:docMk/>
            <pc:sldMk cId="3869044051" sldId="261"/>
            <ac:picMk id="7" creationId="{E94A12A3-321F-29A5-6AF8-855E37339E66}"/>
          </ac:picMkLst>
        </pc:picChg>
      </pc:sldChg>
      <pc:sldChg chg="modSp new mod modNotesTx">
        <pc:chgData name="CARLOS CAPITAN AGUDO" userId="7470a26b-2ca6-48dd-8711-9f6fe180d110" providerId="ADAL" clId="{B56B4F64-6DD6-406F-A8B0-1D84FEFCA845}" dt="2026-05-26T10:31:43.975" v="12550" actId="20577"/>
        <pc:sldMkLst>
          <pc:docMk/>
          <pc:sldMk cId="3545844020" sldId="262"/>
        </pc:sldMkLst>
        <pc:spChg chg="mod">
          <ac:chgData name="CARLOS CAPITAN AGUDO" userId="7470a26b-2ca6-48dd-8711-9f6fe180d110" providerId="ADAL" clId="{B56B4F64-6DD6-406F-A8B0-1D84FEFCA845}" dt="2026-05-20T14:44:05.283" v="2144" actId="20577"/>
          <ac:spMkLst>
            <pc:docMk/>
            <pc:sldMk cId="3545844020" sldId="262"/>
            <ac:spMk id="2" creationId="{FA6D40E8-2892-5F37-0847-A0021EF15078}"/>
          </ac:spMkLst>
        </pc:spChg>
        <pc:spChg chg="mod">
          <ac:chgData name="CARLOS CAPITAN AGUDO" userId="7470a26b-2ca6-48dd-8711-9f6fe180d110" providerId="ADAL" clId="{B56B4F64-6DD6-406F-A8B0-1D84FEFCA845}" dt="2026-05-21T12:40:21.321" v="6331" actId="20577"/>
          <ac:spMkLst>
            <pc:docMk/>
            <pc:sldMk cId="3545844020" sldId="262"/>
            <ac:spMk id="3" creationId="{C757E1E5-68BF-AF1C-8946-11CF197DA008}"/>
          </ac:spMkLst>
        </pc:spChg>
      </pc:sldChg>
      <pc:sldChg chg="modSp new mod ord">
        <pc:chgData name="CARLOS CAPITAN AGUDO" userId="7470a26b-2ca6-48dd-8711-9f6fe180d110" providerId="ADAL" clId="{B56B4F64-6DD6-406F-A8B0-1D84FEFCA845}" dt="2026-05-21T11:29:03.187" v="4418" actId="20577"/>
        <pc:sldMkLst>
          <pc:docMk/>
          <pc:sldMk cId="2158007956" sldId="263"/>
        </pc:sldMkLst>
        <pc:spChg chg="mod">
          <ac:chgData name="CARLOS CAPITAN AGUDO" userId="7470a26b-2ca6-48dd-8711-9f6fe180d110" providerId="ADAL" clId="{B56B4F64-6DD6-406F-A8B0-1D84FEFCA845}" dt="2026-05-21T10:24:05.430" v="2673" actId="20577"/>
          <ac:spMkLst>
            <pc:docMk/>
            <pc:sldMk cId="2158007956" sldId="263"/>
            <ac:spMk id="2" creationId="{107B559B-0302-4F8B-9ED1-520B70104A57}"/>
          </ac:spMkLst>
        </pc:spChg>
        <pc:spChg chg="mod">
          <ac:chgData name="CARLOS CAPITAN AGUDO" userId="7470a26b-2ca6-48dd-8711-9f6fe180d110" providerId="ADAL" clId="{B56B4F64-6DD6-406F-A8B0-1D84FEFCA845}" dt="2026-05-21T11:29:03.187" v="4418" actId="20577"/>
          <ac:spMkLst>
            <pc:docMk/>
            <pc:sldMk cId="2158007956" sldId="263"/>
            <ac:spMk id="3" creationId="{F210D466-45E5-CC33-EDE1-7289BFD6D261}"/>
          </ac:spMkLst>
        </pc:spChg>
      </pc:sldChg>
      <pc:sldChg chg="modSp add mod">
        <pc:chgData name="CARLOS CAPITAN AGUDO" userId="7470a26b-2ca6-48dd-8711-9f6fe180d110" providerId="ADAL" clId="{B56B4F64-6DD6-406F-A8B0-1D84FEFCA845}" dt="2026-05-26T10:37:19.553" v="13271" actId="20577"/>
        <pc:sldMkLst>
          <pc:docMk/>
          <pc:sldMk cId="2071295534" sldId="264"/>
        </pc:sldMkLst>
        <pc:spChg chg="mod">
          <ac:chgData name="CARLOS CAPITAN AGUDO" userId="7470a26b-2ca6-48dd-8711-9f6fe180d110" providerId="ADAL" clId="{B56B4F64-6DD6-406F-A8B0-1D84FEFCA845}" dt="2026-05-26T10:37:19.553" v="13271" actId="20577"/>
          <ac:spMkLst>
            <pc:docMk/>
            <pc:sldMk cId="2071295534" sldId="264"/>
            <ac:spMk id="3" creationId="{300522E7-C80F-101D-FBA3-7E98BFD4D525}"/>
          </ac:spMkLst>
        </pc:spChg>
      </pc:sldChg>
      <pc:sldChg chg="modSp new mod ord">
        <pc:chgData name="CARLOS CAPITAN AGUDO" userId="7470a26b-2ca6-48dd-8711-9f6fe180d110" providerId="ADAL" clId="{B56B4F64-6DD6-406F-A8B0-1D84FEFCA845}" dt="2026-05-21T11:01:57.270" v="3938" actId="207"/>
        <pc:sldMkLst>
          <pc:docMk/>
          <pc:sldMk cId="1363644675" sldId="265"/>
        </pc:sldMkLst>
        <pc:spChg chg="mod">
          <ac:chgData name="CARLOS CAPITAN AGUDO" userId="7470a26b-2ca6-48dd-8711-9f6fe180d110" providerId="ADAL" clId="{B56B4F64-6DD6-406F-A8B0-1D84FEFCA845}" dt="2026-05-21T10:56:33.811" v="3612"/>
          <ac:spMkLst>
            <pc:docMk/>
            <pc:sldMk cId="1363644675" sldId="265"/>
            <ac:spMk id="2" creationId="{C6180E93-095F-375D-EB3E-B2D2A0BE16D8}"/>
          </ac:spMkLst>
        </pc:spChg>
        <pc:spChg chg="mod">
          <ac:chgData name="CARLOS CAPITAN AGUDO" userId="7470a26b-2ca6-48dd-8711-9f6fe180d110" providerId="ADAL" clId="{B56B4F64-6DD6-406F-A8B0-1D84FEFCA845}" dt="2026-05-21T11:01:57.270" v="3938" actId="207"/>
          <ac:spMkLst>
            <pc:docMk/>
            <pc:sldMk cId="1363644675" sldId="265"/>
            <ac:spMk id="3" creationId="{CD6E4F2A-0770-AE24-A009-22BCD7919CAB}"/>
          </ac:spMkLst>
        </pc:spChg>
      </pc:sldChg>
      <pc:sldChg chg="modSp new mod">
        <pc:chgData name="CARLOS CAPITAN AGUDO" userId="7470a26b-2ca6-48dd-8711-9f6fe180d110" providerId="ADAL" clId="{B56B4F64-6DD6-406F-A8B0-1D84FEFCA845}" dt="2026-05-21T11:19:35.637" v="4174" actId="20577"/>
        <pc:sldMkLst>
          <pc:docMk/>
          <pc:sldMk cId="964398449" sldId="266"/>
        </pc:sldMkLst>
        <pc:spChg chg="mod">
          <ac:chgData name="CARLOS CAPITAN AGUDO" userId="7470a26b-2ca6-48dd-8711-9f6fe180d110" providerId="ADAL" clId="{B56B4F64-6DD6-406F-A8B0-1D84FEFCA845}" dt="2026-05-21T11:02:50.190" v="3940"/>
          <ac:spMkLst>
            <pc:docMk/>
            <pc:sldMk cId="964398449" sldId="266"/>
            <ac:spMk id="2" creationId="{CAEC59F2-EC00-975C-04D4-C9470E42997C}"/>
          </ac:spMkLst>
        </pc:spChg>
        <pc:spChg chg="mod">
          <ac:chgData name="CARLOS CAPITAN AGUDO" userId="7470a26b-2ca6-48dd-8711-9f6fe180d110" providerId="ADAL" clId="{B56B4F64-6DD6-406F-A8B0-1D84FEFCA845}" dt="2026-05-21T11:19:35.637" v="4174" actId="20577"/>
          <ac:spMkLst>
            <pc:docMk/>
            <pc:sldMk cId="964398449" sldId="266"/>
            <ac:spMk id="3" creationId="{2A6C1C64-0855-FF27-31D6-6A0866DAABE5}"/>
          </ac:spMkLst>
        </pc:spChg>
      </pc:sldChg>
      <pc:sldChg chg="modSp new mod">
        <pc:chgData name="CARLOS CAPITAN AGUDO" userId="7470a26b-2ca6-48dd-8711-9f6fe180d110" providerId="ADAL" clId="{B56B4F64-6DD6-406F-A8B0-1D84FEFCA845}" dt="2026-05-21T11:27:45.254" v="4399" actId="113"/>
        <pc:sldMkLst>
          <pc:docMk/>
          <pc:sldMk cId="1842717338" sldId="267"/>
        </pc:sldMkLst>
        <pc:spChg chg="mod">
          <ac:chgData name="CARLOS CAPITAN AGUDO" userId="7470a26b-2ca6-48dd-8711-9f6fe180d110" providerId="ADAL" clId="{B56B4F64-6DD6-406F-A8B0-1D84FEFCA845}" dt="2026-05-21T11:20:17.571" v="4180"/>
          <ac:spMkLst>
            <pc:docMk/>
            <pc:sldMk cId="1842717338" sldId="267"/>
            <ac:spMk id="2" creationId="{548B4FB3-81D2-DED2-F96D-38DA1F9FD1C9}"/>
          </ac:spMkLst>
        </pc:spChg>
        <pc:spChg chg="mod">
          <ac:chgData name="CARLOS CAPITAN AGUDO" userId="7470a26b-2ca6-48dd-8711-9f6fe180d110" providerId="ADAL" clId="{B56B4F64-6DD6-406F-A8B0-1D84FEFCA845}" dt="2026-05-21T11:27:45.254" v="4399" actId="113"/>
          <ac:spMkLst>
            <pc:docMk/>
            <pc:sldMk cId="1842717338" sldId="267"/>
            <ac:spMk id="3" creationId="{E62393BB-7E05-8015-B743-4D37E43F7805}"/>
          </ac:spMkLst>
        </pc:spChg>
      </pc:sldChg>
      <pc:sldChg chg="addSp modSp new mod modAnim modNotesTx">
        <pc:chgData name="CARLOS CAPITAN AGUDO" userId="7470a26b-2ca6-48dd-8711-9f6fe180d110" providerId="ADAL" clId="{B56B4F64-6DD6-406F-A8B0-1D84FEFCA845}" dt="2026-05-28T07:01:56.253" v="14047" actId="1076"/>
        <pc:sldMkLst>
          <pc:docMk/>
          <pc:sldMk cId="2760970390" sldId="268"/>
        </pc:sldMkLst>
        <pc:spChg chg="mod">
          <ac:chgData name="CARLOS CAPITAN AGUDO" userId="7470a26b-2ca6-48dd-8711-9f6fe180d110" providerId="ADAL" clId="{B56B4F64-6DD6-406F-A8B0-1D84FEFCA845}" dt="2026-05-21T11:56:23.115" v="4466"/>
          <ac:spMkLst>
            <pc:docMk/>
            <pc:sldMk cId="2760970390" sldId="268"/>
            <ac:spMk id="2" creationId="{85346C19-7785-9980-B7A1-68CB4621F611}"/>
          </ac:spMkLst>
        </pc:spChg>
        <pc:spChg chg="mod">
          <ac:chgData name="CARLOS CAPITAN AGUDO" userId="7470a26b-2ca6-48dd-8711-9f6fe180d110" providerId="ADAL" clId="{B56B4F64-6DD6-406F-A8B0-1D84FEFCA845}" dt="2026-05-21T11:59:29.049" v="4696" actId="20577"/>
          <ac:spMkLst>
            <pc:docMk/>
            <pc:sldMk cId="2760970390" sldId="268"/>
            <ac:spMk id="3" creationId="{F383E41D-034A-0923-D57B-695BDEA6ED67}"/>
          </ac:spMkLst>
        </pc:spChg>
        <pc:spChg chg="add mod">
          <ac:chgData name="CARLOS CAPITAN AGUDO" userId="7470a26b-2ca6-48dd-8711-9f6fe180d110" providerId="ADAL" clId="{B56B4F64-6DD6-406F-A8B0-1D84FEFCA845}" dt="2026-05-28T07:01:35.756" v="14044" actId="1076"/>
          <ac:spMkLst>
            <pc:docMk/>
            <pc:sldMk cId="2760970390" sldId="268"/>
            <ac:spMk id="6" creationId="{03ADC8BF-EEB2-C1E7-0808-36137D2E4B34}"/>
          </ac:spMkLst>
        </pc:spChg>
        <pc:picChg chg="add mod">
          <ac:chgData name="CARLOS CAPITAN AGUDO" userId="7470a26b-2ca6-48dd-8711-9f6fe180d110" providerId="ADAL" clId="{B56B4F64-6DD6-406F-A8B0-1D84FEFCA845}" dt="2026-05-28T07:01:56.253" v="14047" actId="1076"/>
          <ac:picMkLst>
            <pc:docMk/>
            <pc:sldMk cId="2760970390" sldId="268"/>
            <ac:picMk id="5" creationId="{880DC117-27DA-B5F1-9B79-F83DD8AF6EC4}"/>
          </ac:picMkLst>
        </pc:picChg>
      </pc:sldChg>
      <pc:sldChg chg="modSp add mod ord modNotesTx">
        <pc:chgData name="CARLOS CAPITAN AGUDO" userId="7470a26b-2ca6-48dd-8711-9f6fe180d110" providerId="ADAL" clId="{B56B4F64-6DD6-406F-A8B0-1D84FEFCA845}" dt="2026-05-26T10:32:19.667" v="12625" actId="20577"/>
        <pc:sldMkLst>
          <pc:docMk/>
          <pc:sldMk cId="915648540" sldId="269"/>
        </pc:sldMkLst>
        <pc:spChg chg="mod">
          <ac:chgData name="CARLOS CAPITAN AGUDO" userId="7470a26b-2ca6-48dd-8711-9f6fe180d110" providerId="ADAL" clId="{B56B4F64-6DD6-406F-A8B0-1D84FEFCA845}" dt="2026-05-21T12:02:21.712" v="4867" actId="20577"/>
          <ac:spMkLst>
            <pc:docMk/>
            <pc:sldMk cId="915648540" sldId="269"/>
            <ac:spMk id="3" creationId="{30079114-122F-CC7C-D745-545B25AF16F3}"/>
          </ac:spMkLst>
        </pc:spChg>
      </pc:sldChg>
      <pc:sldChg chg="addSp modSp new mod modAnim">
        <pc:chgData name="CARLOS CAPITAN AGUDO" userId="7470a26b-2ca6-48dd-8711-9f6fe180d110" providerId="ADAL" clId="{B56B4F64-6DD6-406F-A8B0-1D84FEFCA845}" dt="2026-05-29T07:15:46.076" v="15500" actId="27636"/>
        <pc:sldMkLst>
          <pc:docMk/>
          <pc:sldMk cId="3501739859" sldId="270"/>
        </pc:sldMkLst>
        <pc:spChg chg="mod">
          <ac:chgData name="CARLOS CAPITAN AGUDO" userId="7470a26b-2ca6-48dd-8711-9f6fe180d110" providerId="ADAL" clId="{B56B4F64-6DD6-406F-A8B0-1D84FEFCA845}" dt="2026-05-21T12:38:22.752" v="6109" actId="20577"/>
          <ac:spMkLst>
            <pc:docMk/>
            <pc:sldMk cId="3501739859" sldId="270"/>
            <ac:spMk id="2" creationId="{A716043D-86B1-AC02-C647-FD289A7A2664}"/>
          </ac:spMkLst>
        </pc:spChg>
        <pc:spChg chg="mod">
          <ac:chgData name="CARLOS CAPITAN AGUDO" userId="7470a26b-2ca6-48dd-8711-9f6fe180d110" providerId="ADAL" clId="{B56B4F64-6DD6-406F-A8B0-1D84FEFCA845}" dt="2026-05-29T07:15:46.076" v="15500" actId="27636"/>
          <ac:spMkLst>
            <pc:docMk/>
            <pc:sldMk cId="3501739859" sldId="270"/>
            <ac:spMk id="3" creationId="{4B933D48-C18C-D96C-A4A9-7A8EC1B65623}"/>
          </ac:spMkLst>
        </pc:spChg>
        <pc:graphicFrameChg chg="add mod modGraphic">
          <ac:chgData name="CARLOS CAPITAN AGUDO" userId="7470a26b-2ca6-48dd-8711-9f6fe180d110" providerId="ADAL" clId="{B56B4F64-6DD6-406F-A8B0-1D84FEFCA845}" dt="2026-05-22T10:07:08.989" v="8778" actId="1076"/>
          <ac:graphicFrameMkLst>
            <pc:docMk/>
            <pc:sldMk cId="3501739859" sldId="270"/>
            <ac:graphicFrameMk id="4" creationId="{629616C6-1C2B-8C62-B871-F17CD8F91E8F}"/>
          </ac:graphicFrameMkLst>
        </pc:graphicFrameChg>
      </pc:sldChg>
      <pc:sldChg chg="addSp delSp modSp new mod modAnim">
        <pc:chgData name="CARLOS CAPITAN AGUDO" userId="7470a26b-2ca6-48dd-8711-9f6fe180d110" providerId="ADAL" clId="{B56B4F64-6DD6-406F-A8B0-1D84FEFCA845}" dt="2026-05-21T12:39:23.057" v="6258"/>
        <pc:sldMkLst>
          <pc:docMk/>
          <pc:sldMk cId="853991044" sldId="271"/>
        </pc:sldMkLst>
        <pc:spChg chg="mod">
          <ac:chgData name="CARLOS CAPITAN AGUDO" userId="7470a26b-2ca6-48dd-8711-9f6fe180d110" providerId="ADAL" clId="{B56B4F64-6DD6-406F-A8B0-1D84FEFCA845}" dt="2026-05-21T12:14:49.637" v="5697" actId="20577"/>
          <ac:spMkLst>
            <pc:docMk/>
            <pc:sldMk cId="853991044" sldId="271"/>
            <ac:spMk id="2" creationId="{4542C495-47EB-57B9-3B4F-5D6D49954061}"/>
          </ac:spMkLst>
        </pc:spChg>
        <pc:spChg chg="add mod">
          <ac:chgData name="CARLOS CAPITAN AGUDO" userId="7470a26b-2ca6-48dd-8711-9f6fe180d110" providerId="ADAL" clId="{B56B4F64-6DD6-406F-A8B0-1D84FEFCA845}" dt="2026-05-21T12:12:53.143" v="5455" actId="20577"/>
          <ac:spMkLst>
            <pc:docMk/>
            <pc:sldMk cId="853991044" sldId="271"/>
            <ac:spMk id="6" creationId="{B00A2333-F777-7ABB-4D62-9C18AC36CE5B}"/>
          </ac:spMkLst>
        </pc:spChg>
        <pc:spChg chg="add mod">
          <ac:chgData name="CARLOS CAPITAN AGUDO" userId="7470a26b-2ca6-48dd-8711-9f6fe180d110" providerId="ADAL" clId="{B56B4F64-6DD6-406F-A8B0-1D84FEFCA845}" dt="2026-05-21T12:32:20.773" v="5847" actId="1076"/>
          <ac:spMkLst>
            <pc:docMk/>
            <pc:sldMk cId="853991044" sldId="271"/>
            <ac:spMk id="8" creationId="{C886F35A-BCFC-524D-2CE0-92CCFB2CFA24}"/>
          </ac:spMkLst>
        </pc:spChg>
        <pc:spChg chg="add mod">
          <ac:chgData name="CARLOS CAPITAN AGUDO" userId="7470a26b-2ca6-48dd-8711-9f6fe180d110" providerId="ADAL" clId="{B56B4F64-6DD6-406F-A8B0-1D84FEFCA845}" dt="2026-05-21T12:32:13.342" v="5845" actId="1076"/>
          <ac:spMkLst>
            <pc:docMk/>
            <pc:sldMk cId="853991044" sldId="271"/>
            <ac:spMk id="9" creationId="{393B9B6E-0F81-9759-FCFB-7B8F4CE350D9}"/>
          </ac:spMkLst>
        </pc:spChg>
        <pc:spChg chg="add mod">
          <ac:chgData name="CARLOS CAPITAN AGUDO" userId="7470a26b-2ca6-48dd-8711-9f6fe180d110" providerId="ADAL" clId="{B56B4F64-6DD6-406F-A8B0-1D84FEFCA845}" dt="2026-05-21T12:39:16.577" v="6257" actId="1076"/>
          <ac:spMkLst>
            <pc:docMk/>
            <pc:sldMk cId="853991044" sldId="271"/>
            <ac:spMk id="10" creationId="{AEF7C321-5A79-A530-CB84-F434ADB256D9}"/>
          </ac:spMkLst>
        </pc:spChg>
        <pc:picChg chg="add mod">
          <ac:chgData name="CARLOS CAPITAN AGUDO" userId="7470a26b-2ca6-48dd-8711-9f6fe180d110" providerId="ADAL" clId="{B56B4F64-6DD6-406F-A8B0-1D84FEFCA845}" dt="2026-05-21T12:13:15.398" v="5458" actId="14100"/>
          <ac:picMkLst>
            <pc:docMk/>
            <pc:sldMk cId="853991044" sldId="271"/>
            <ac:picMk id="5" creationId="{DF61D017-2261-5513-3034-E68A62446F86}"/>
          </ac:picMkLst>
        </pc:picChg>
        <pc:picChg chg="add mod">
          <ac:chgData name="CARLOS CAPITAN AGUDO" userId="7470a26b-2ca6-48dd-8711-9f6fe180d110" providerId="ADAL" clId="{B56B4F64-6DD6-406F-A8B0-1D84FEFCA845}" dt="2026-05-21T12:32:17.833" v="5846" actId="1076"/>
          <ac:picMkLst>
            <pc:docMk/>
            <pc:sldMk cId="853991044" sldId="271"/>
            <ac:picMk id="7" creationId="{2AE7C258-CBD9-93F5-F0FD-662F1F66E123}"/>
          </ac:picMkLst>
        </pc:picChg>
      </pc:sldChg>
      <pc:sldChg chg="modSp new mod">
        <pc:chgData name="CARLOS CAPITAN AGUDO" userId="7470a26b-2ca6-48dd-8711-9f6fe180d110" providerId="ADAL" clId="{B56B4F64-6DD6-406F-A8B0-1D84FEFCA845}" dt="2026-05-26T10:45:04.295" v="13935" actId="20577"/>
        <pc:sldMkLst>
          <pc:docMk/>
          <pc:sldMk cId="1929582415" sldId="272"/>
        </pc:sldMkLst>
        <pc:spChg chg="mod">
          <ac:chgData name="CARLOS CAPITAN AGUDO" userId="7470a26b-2ca6-48dd-8711-9f6fe180d110" providerId="ADAL" clId="{B56B4F64-6DD6-406F-A8B0-1D84FEFCA845}" dt="2026-05-21T15:13:33.899" v="8139" actId="20577"/>
          <ac:spMkLst>
            <pc:docMk/>
            <pc:sldMk cId="1929582415" sldId="272"/>
            <ac:spMk id="2" creationId="{BD61B464-B644-AA14-F9D3-728F1E30BF75}"/>
          </ac:spMkLst>
        </pc:spChg>
        <pc:spChg chg="mod">
          <ac:chgData name="CARLOS CAPITAN AGUDO" userId="7470a26b-2ca6-48dd-8711-9f6fe180d110" providerId="ADAL" clId="{B56B4F64-6DD6-406F-A8B0-1D84FEFCA845}" dt="2026-05-26T10:45:04.295" v="13935" actId="20577"/>
          <ac:spMkLst>
            <pc:docMk/>
            <pc:sldMk cId="1929582415" sldId="272"/>
            <ac:spMk id="3" creationId="{F1897AB4-1E16-E46C-0FEF-ADB5C80B7539}"/>
          </ac:spMkLst>
        </pc:spChg>
      </pc:sldChg>
      <pc:sldChg chg="addSp delSp modSp new mod modNotesTx">
        <pc:chgData name="CARLOS CAPITAN AGUDO" userId="7470a26b-2ca6-48dd-8711-9f6fe180d110" providerId="ADAL" clId="{B56B4F64-6DD6-406F-A8B0-1D84FEFCA845}" dt="2026-05-29T07:00:09.939" v="15393" actId="20577"/>
        <pc:sldMkLst>
          <pc:docMk/>
          <pc:sldMk cId="3341526957" sldId="273"/>
        </pc:sldMkLst>
        <pc:spChg chg="mod">
          <ac:chgData name="CARLOS CAPITAN AGUDO" userId="7470a26b-2ca6-48dd-8711-9f6fe180d110" providerId="ADAL" clId="{B56B4F64-6DD6-406F-A8B0-1D84FEFCA845}" dt="2026-05-21T12:32:34.703" v="5848"/>
          <ac:spMkLst>
            <pc:docMk/>
            <pc:sldMk cId="3341526957" sldId="273"/>
            <ac:spMk id="2" creationId="{48190640-D7FC-612A-2213-3A96D0C45F40}"/>
          </ac:spMkLst>
        </pc:spChg>
        <pc:spChg chg="mod">
          <ac:chgData name="CARLOS CAPITAN AGUDO" userId="7470a26b-2ca6-48dd-8711-9f6fe180d110" providerId="ADAL" clId="{B56B4F64-6DD6-406F-A8B0-1D84FEFCA845}" dt="2026-05-21T15:17:22.614" v="8514" actId="1076"/>
          <ac:spMkLst>
            <pc:docMk/>
            <pc:sldMk cId="3341526957" sldId="273"/>
            <ac:spMk id="3" creationId="{3A1A07F5-6996-0370-3555-1665A3E6FDB2}"/>
          </ac:spMkLst>
        </pc:spChg>
        <pc:spChg chg="add mod">
          <ac:chgData name="CARLOS CAPITAN AGUDO" userId="7470a26b-2ca6-48dd-8711-9f6fe180d110" providerId="ADAL" clId="{B56B4F64-6DD6-406F-A8B0-1D84FEFCA845}" dt="2026-05-21T15:17:15.227" v="8513" actId="1076"/>
          <ac:spMkLst>
            <pc:docMk/>
            <pc:sldMk cId="3341526957" sldId="273"/>
            <ac:spMk id="7" creationId="{A6DC423C-F374-94E8-D449-DED13E59AEFE}"/>
          </ac:spMkLst>
        </pc:spChg>
        <pc:spChg chg="add mod">
          <ac:chgData name="CARLOS CAPITAN AGUDO" userId="7470a26b-2ca6-48dd-8711-9f6fe180d110" providerId="ADAL" clId="{B56B4F64-6DD6-406F-A8B0-1D84FEFCA845}" dt="2026-05-21T15:17:15.227" v="8513" actId="1076"/>
          <ac:spMkLst>
            <pc:docMk/>
            <pc:sldMk cId="3341526957" sldId="273"/>
            <ac:spMk id="8" creationId="{51AE52B0-207B-A13A-0B5C-5DA46B9EAAF6}"/>
          </ac:spMkLst>
        </pc:spChg>
        <pc:picChg chg="add mod">
          <ac:chgData name="CARLOS CAPITAN AGUDO" userId="7470a26b-2ca6-48dd-8711-9f6fe180d110" providerId="ADAL" clId="{B56B4F64-6DD6-406F-A8B0-1D84FEFCA845}" dt="2026-05-21T15:17:15.227" v="8513" actId="1076"/>
          <ac:picMkLst>
            <pc:docMk/>
            <pc:sldMk cId="3341526957" sldId="273"/>
            <ac:picMk id="6" creationId="{D82490C7-EBC6-5E9F-0CEF-A548FB4853C6}"/>
          </ac:picMkLst>
        </pc:picChg>
        <pc:picChg chg="add mod">
          <ac:chgData name="CARLOS CAPITAN AGUDO" userId="7470a26b-2ca6-48dd-8711-9f6fe180d110" providerId="ADAL" clId="{B56B4F64-6DD6-406F-A8B0-1D84FEFCA845}" dt="2026-05-22T12:13:56.813" v="9597" actId="1076"/>
          <ac:picMkLst>
            <pc:docMk/>
            <pc:sldMk cId="3341526957" sldId="273"/>
            <ac:picMk id="10" creationId="{ED0C57F1-6C9A-274C-52AB-D44BA295FE97}"/>
          </ac:picMkLst>
        </pc:picChg>
      </pc:sldChg>
      <pc:sldChg chg="modSp new mod modAnim">
        <pc:chgData name="CARLOS CAPITAN AGUDO" userId="7470a26b-2ca6-48dd-8711-9f6fe180d110" providerId="ADAL" clId="{B56B4F64-6DD6-406F-A8B0-1D84FEFCA845}" dt="2026-05-21T15:04:41.667" v="7851"/>
        <pc:sldMkLst>
          <pc:docMk/>
          <pc:sldMk cId="3408723815" sldId="274"/>
        </pc:sldMkLst>
        <pc:spChg chg="mod">
          <ac:chgData name="CARLOS CAPITAN AGUDO" userId="7470a26b-2ca6-48dd-8711-9f6fe180d110" providerId="ADAL" clId="{B56B4F64-6DD6-406F-A8B0-1D84FEFCA845}" dt="2026-05-21T14:16:52.136" v="6333"/>
          <ac:spMkLst>
            <pc:docMk/>
            <pc:sldMk cId="3408723815" sldId="274"/>
            <ac:spMk id="2" creationId="{42316E91-AF0D-F0CE-1CA4-A79CF0EEC2AA}"/>
          </ac:spMkLst>
        </pc:spChg>
        <pc:spChg chg="mod">
          <ac:chgData name="CARLOS CAPITAN AGUDO" userId="7470a26b-2ca6-48dd-8711-9f6fe180d110" providerId="ADAL" clId="{B56B4F64-6DD6-406F-A8B0-1D84FEFCA845}" dt="2026-05-21T14:43:49.629" v="7509" actId="20577"/>
          <ac:spMkLst>
            <pc:docMk/>
            <pc:sldMk cId="3408723815" sldId="274"/>
            <ac:spMk id="3" creationId="{E9E641E1-DA9E-3E22-8CE4-DF4CB1F346B2}"/>
          </ac:spMkLst>
        </pc:spChg>
      </pc:sldChg>
      <pc:sldChg chg="modSp add mod">
        <pc:chgData name="CARLOS CAPITAN AGUDO" userId="7470a26b-2ca6-48dd-8711-9f6fe180d110" providerId="ADAL" clId="{B56B4F64-6DD6-406F-A8B0-1D84FEFCA845}" dt="2026-05-22T12:11:00.650" v="9591" actId="20577"/>
        <pc:sldMkLst>
          <pc:docMk/>
          <pc:sldMk cId="4265029438" sldId="275"/>
        </pc:sldMkLst>
        <pc:spChg chg="mod">
          <ac:chgData name="CARLOS CAPITAN AGUDO" userId="7470a26b-2ca6-48dd-8711-9f6fe180d110" providerId="ADAL" clId="{B56B4F64-6DD6-406F-A8B0-1D84FEFCA845}" dt="2026-05-22T12:11:00.650" v="9591" actId="20577"/>
          <ac:spMkLst>
            <pc:docMk/>
            <pc:sldMk cId="4265029438" sldId="275"/>
            <ac:spMk id="3" creationId="{54FCAB43-5911-8FA5-9F0A-9B14B7EDF27C}"/>
          </ac:spMkLst>
        </pc:spChg>
      </pc:sldChg>
      <pc:sldChg chg="modSp add mod modNotesTx">
        <pc:chgData name="CARLOS CAPITAN AGUDO" userId="7470a26b-2ca6-48dd-8711-9f6fe180d110" providerId="ADAL" clId="{B56B4F64-6DD6-406F-A8B0-1D84FEFCA845}" dt="2026-05-22T14:32:54.236" v="10407" actId="20577"/>
        <pc:sldMkLst>
          <pc:docMk/>
          <pc:sldMk cId="1123658995" sldId="276"/>
        </pc:sldMkLst>
        <pc:spChg chg="mod">
          <ac:chgData name="CARLOS CAPITAN AGUDO" userId="7470a26b-2ca6-48dd-8711-9f6fe180d110" providerId="ADAL" clId="{B56B4F64-6DD6-406F-A8B0-1D84FEFCA845}" dt="2026-05-21T14:41:56.772" v="7491" actId="20577"/>
          <ac:spMkLst>
            <pc:docMk/>
            <pc:sldMk cId="1123658995" sldId="276"/>
            <ac:spMk id="3" creationId="{CE0D987B-48CD-D516-1B18-F3DC4EA8946D}"/>
          </ac:spMkLst>
        </pc:spChg>
      </pc:sldChg>
      <pc:sldChg chg="modSp new mod">
        <pc:chgData name="CARLOS CAPITAN AGUDO" userId="7470a26b-2ca6-48dd-8711-9f6fe180d110" providerId="ADAL" clId="{B56B4F64-6DD6-406F-A8B0-1D84FEFCA845}" dt="2026-05-22T12:16:55.456" v="9663" actId="20577"/>
        <pc:sldMkLst>
          <pc:docMk/>
          <pc:sldMk cId="2242622385" sldId="277"/>
        </pc:sldMkLst>
        <pc:spChg chg="mod">
          <ac:chgData name="CARLOS CAPITAN AGUDO" userId="7470a26b-2ca6-48dd-8711-9f6fe180d110" providerId="ADAL" clId="{B56B4F64-6DD6-406F-A8B0-1D84FEFCA845}" dt="2026-05-21T14:46:53.661" v="7583"/>
          <ac:spMkLst>
            <pc:docMk/>
            <pc:sldMk cId="2242622385" sldId="277"/>
            <ac:spMk id="2" creationId="{28F00A87-DB57-F6E1-6518-91627EA47713}"/>
          </ac:spMkLst>
        </pc:spChg>
        <pc:spChg chg="mod">
          <ac:chgData name="CARLOS CAPITAN AGUDO" userId="7470a26b-2ca6-48dd-8711-9f6fe180d110" providerId="ADAL" clId="{B56B4F64-6DD6-406F-A8B0-1D84FEFCA845}" dt="2026-05-22T12:16:55.456" v="9663" actId="20577"/>
          <ac:spMkLst>
            <pc:docMk/>
            <pc:sldMk cId="2242622385" sldId="277"/>
            <ac:spMk id="3" creationId="{F8C8F914-7B4A-C276-9565-444A67FFC8B5}"/>
          </ac:spMkLst>
        </pc:spChg>
      </pc:sldChg>
      <pc:sldChg chg="modSp add mod">
        <pc:chgData name="CARLOS CAPITAN AGUDO" userId="7470a26b-2ca6-48dd-8711-9f6fe180d110" providerId="ADAL" clId="{B56B4F64-6DD6-406F-A8B0-1D84FEFCA845}" dt="2026-05-22T12:18:06.115" v="9783" actId="20577"/>
        <pc:sldMkLst>
          <pc:docMk/>
          <pc:sldMk cId="2390608431" sldId="279"/>
        </pc:sldMkLst>
        <pc:spChg chg="mod">
          <ac:chgData name="CARLOS CAPITAN AGUDO" userId="7470a26b-2ca6-48dd-8711-9f6fe180d110" providerId="ADAL" clId="{B56B4F64-6DD6-406F-A8B0-1D84FEFCA845}" dt="2026-05-22T12:18:06.115" v="9783" actId="20577"/>
          <ac:spMkLst>
            <pc:docMk/>
            <pc:sldMk cId="2390608431" sldId="279"/>
            <ac:spMk id="3" creationId="{370C71D7-0A7F-5792-7CCE-677FE0D3F835}"/>
          </ac:spMkLst>
        </pc:spChg>
      </pc:sldChg>
      <pc:sldChg chg="modSp new mod">
        <pc:chgData name="CARLOS CAPITAN AGUDO" userId="7470a26b-2ca6-48dd-8711-9f6fe180d110" providerId="ADAL" clId="{B56B4F64-6DD6-406F-A8B0-1D84FEFCA845}" dt="2026-05-26T10:46:31.513" v="13993" actId="20577"/>
        <pc:sldMkLst>
          <pc:docMk/>
          <pc:sldMk cId="667052938" sldId="280"/>
        </pc:sldMkLst>
        <pc:spChg chg="mod">
          <ac:chgData name="CARLOS CAPITAN AGUDO" userId="7470a26b-2ca6-48dd-8711-9f6fe180d110" providerId="ADAL" clId="{B56B4F64-6DD6-406F-A8B0-1D84FEFCA845}" dt="2026-05-22T12:20:19.156" v="9798" actId="20577"/>
          <ac:spMkLst>
            <pc:docMk/>
            <pc:sldMk cId="667052938" sldId="280"/>
            <ac:spMk id="2" creationId="{E68BF1C1-A172-C8ED-8D71-E1A78A849E19}"/>
          </ac:spMkLst>
        </pc:spChg>
        <pc:spChg chg="mod">
          <ac:chgData name="CARLOS CAPITAN AGUDO" userId="7470a26b-2ca6-48dd-8711-9f6fe180d110" providerId="ADAL" clId="{B56B4F64-6DD6-406F-A8B0-1D84FEFCA845}" dt="2026-05-26T10:46:31.513" v="13993" actId="20577"/>
          <ac:spMkLst>
            <pc:docMk/>
            <pc:sldMk cId="667052938" sldId="280"/>
            <ac:spMk id="3" creationId="{7F4A6AC1-E301-2343-7251-6EF38F1D4C27}"/>
          </ac:spMkLst>
        </pc:spChg>
      </pc:sldChg>
      <pc:sldChg chg="addSp delSp modSp add mod delAnim modShow modNotesTx">
        <pc:chgData name="CARLOS CAPITAN AGUDO" userId="7470a26b-2ca6-48dd-8711-9f6fe180d110" providerId="ADAL" clId="{B56B4F64-6DD6-406F-A8B0-1D84FEFCA845}" dt="2026-05-22T10:21:06.228" v="9164" actId="20577"/>
        <pc:sldMkLst>
          <pc:docMk/>
          <pc:sldMk cId="1955398181" sldId="281"/>
        </pc:sldMkLst>
        <pc:graphicFrameChg chg="add mod modGraphic">
          <ac:chgData name="CARLOS CAPITAN AGUDO" userId="7470a26b-2ca6-48dd-8711-9f6fe180d110" providerId="ADAL" clId="{B56B4F64-6DD6-406F-A8B0-1D84FEFCA845}" dt="2026-05-22T10:20:23.216" v="9039" actId="20577"/>
          <ac:graphicFrameMkLst>
            <pc:docMk/>
            <pc:sldMk cId="1955398181" sldId="281"/>
            <ac:graphicFrameMk id="3" creationId="{C951066E-4B37-C3ED-1233-DBBE306A2430}"/>
          </ac:graphicFrameMkLst>
        </pc:graphicFrameChg>
        <pc:graphicFrameChg chg="add mod modGraphic">
          <ac:chgData name="CARLOS CAPITAN AGUDO" userId="7470a26b-2ca6-48dd-8711-9f6fe180d110" providerId="ADAL" clId="{B56B4F64-6DD6-406F-A8B0-1D84FEFCA845}" dt="2026-05-22T10:20:32.354" v="9043" actId="20577"/>
          <ac:graphicFrameMkLst>
            <pc:docMk/>
            <pc:sldMk cId="1955398181" sldId="281"/>
            <ac:graphicFrameMk id="4" creationId="{7787FEBE-C26D-45B3-2E5D-DA9514EFAE98}"/>
          </ac:graphicFrameMkLst>
        </pc:graphicFrameChg>
      </pc:sldChg>
      <pc:sldChg chg="addSp delSp modSp new mod">
        <pc:chgData name="CARLOS CAPITAN AGUDO" userId="7470a26b-2ca6-48dd-8711-9f6fe180d110" providerId="ADAL" clId="{B56B4F64-6DD6-406F-A8B0-1D84FEFCA845}" dt="2026-05-26T10:42:43.011" v="13873" actId="20577"/>
        <pc:sldMkLst>
          <pc:docMk/>
          <pc:sldMk cId="2876410931" sldId="282"/>
        </pc:sldMkLst>
        <pc:spChg chg="mod">
          <ac:chgData name="CARLOS CAPITAN AGUDO" userId="7470a26b-2ca6-48dd-8711-9f6fe180d110" providerId="ADAL" clId="{B56B4F64-6DD6-406F-A8B0-1D84FEFCA845}" dt="2026-05-22T10:18:53.206" v="9003"/>
          <ac:spMkLst>
            <pc:docMk/>
            <pc:sldMk cId="2876410931" sldId="282"/>
            <ac:spMk id="2" creationId="{137D92A4-E2B3-AB38-B116-CA3744E30418}"/>
          </ac:spMkLst>
        </pc:spChg>
        <pc:spChg chg="mod">
          <ac:chgData name="CARLOS CAPITAN AGUDO" userId="7470a26b-2ca6-48dd-8711-9f6fe180d110" providerId="ADAL" clId="{B56B4F64-6DD6-406F-A8B0-1D84FEFCA845}" dt="2026-05-22T10:18:38.957" v="9001" actId="20577"/>
          <ac:spMkLst>
            <pc:docMk/>
            <pc:sldMk cId="2876410931" sldId="282"/>
            <ac:spMk id="3" creationId="{65B46860-70FC-9B7D-6A25-E60E8C4E6419}"/>
          </ac:spMkLst>
        </pc:spChg>
        <pc:spChg chg="add mod">
          <ac:chgData name="CARLOS CAPITAN AGUDO" userId="7470a26b-2ca6-48dd-8711-9f6fe180d110" providerId="ADAL" clId="{B56B4F64-6DD6-406F-A8B0-1D84FEFCA845}" dt="2026-05-26T10:42:43.011" v="13873" actId="20577"/>
          <ac:spMkLst>
            <pc:docMk/>
            <pc:sldMk cId="2876410931" sldId="282"/>
            <ac:spMk id="5" creationId="{228D4E44-F916-339C-9E5D-996BED85D0D6}"/>
          </ac:spMkLst>
        </pc:spChg>
        <pc:graphicFrameChg chg="add mod modGraphic">
          <ac:chgData name="CARLOS CAPITAN AGUDO" userId="7470a26b-2ca6-48dd-8711-9f6fe180d110" providerId="ADAL" clId="{B56B4F64-6DD6-406F-A8B0-1D84FEFCA845}" dt="2026-05-22T10:24:01.431" v="9301" actId="1076"/>
          <ac:graphicFrameMkLst>
            <pc:docMk/>
            <pc:sldMk cId="2876410931" sldId="282"/>
            <ac:graphicFrameMk id="4" creationId="{18B65533-8AA3-2700-79E3-33E707F68B2D}"/>
          </ac:graphicFrameMkLst>
        </pc:graphicFrameChg>
        <pc:graphicFrameChg chg="add mod modGraphic">
          <ac:chgData name="CARLOS CAPITAN AGUDO" userId="7470a26b-2ca6-48dd-8711-9f6fe180d110" providerId="ADAL" clId="{B56B4F64-6DD6-406F-A8B0-1D84FEFCA845}" dt="2026-05-22T10:24:17.621" v="9304" actId="20577"/>
          <ac:graphicFrameMkLst>
            <pc:docMk/>
            <pc:sldMk cId="2876410931" sldId="282"/>
            <ac:graphicFrameMk id="7" creationId="{E8932D59-983A-A060-0907-B29E91D72A96}"/>
          </ac:graphicFrameMkLst>
        </pc:graphicFrameChg>
      </pc:sldChg>
      <pc:sldChg chg="addSp delSp modSp add mod ord">
        <pc:chgData name="CARLOS CAPITAN AGUDO" userId="7470a26b-2ca6-48dd-8711-9f6fe180d110" providerId="ADAL" clId="{B56B4F64-6DD6-406F-A8B0-1D84FEFCA845}" dt="2026-05-22T14:37:15.142" v="10758" actId="20577"/>
        <pc:sldMkLst>
          <pc:docMk/>
          <pc:sldMk cId="3517642804" sldId="283"/>
        </pc:sldMkLst>
        <pc:graphicFrameChg chg="add mod modGraphic">
          <ac:chgData name="CARLOS CAPITAN AGUDO" userId="7470a26b-2ca6-48dd-8711-9f6fe180d110" providerId="ADAL" clId="{B56B4F64-6DD6-406F-A8B0-1D84FEFCA845}" dt="2026-05-22T10:42:15.830" v="9518" actId="1076"/>
          <ac:graphicFrameMkLst>
            <pc:docMk/>
            <pc:sldMk cId="3517642804" sldId="283"/>
            <ac:graphicFrameMk id="4" creationId="{92DB0F4F-8F3C-0A80-DDBB-78B2B32EE01A}"/>
          </ac:graphicFrameMkLst>
        </pc:graphicFrameChg>
        <pc:graphicFrameChg chg="add mod modGraphic">
          <ac:chgData name="CARLOS CAPITAN AGUDO" userId="7470a26b-2ca6-48dd-8711-9f6fe180d110" providerId="ADAL" clId="{B56B4F64-6DD6-406F-A8B0-1D84FEFCA845}" dt="2026-05-22T14:37:15.142" v="10758" actId="20577"/>
          <ac:graphicFrameMkLst>
            <pc:docMk/>
            <pc:sldMk cId="3517642804" sldId="283"/>
            <ac:graphicFrameMk id="7" creationId="{A7A0F2F5-3D9F-9D41-3609-BE35E7898804}"/>
          </ac:graphicFrameMkLst>
        </pc:graphicFrameChg>
      </pc:sldChg>
      <pc:sldChg chg="modSp new mod">
        <pc:chgData name="CARLOS CAPITAN AGUDO" userId="7470a26b-2ca6-48dd-8711-9f6fe180d110" providerId="ADAL" clId="{B56B4F64-6DD6-406F-A8B0-1D84FEFCA845}" dt="2026-05-29T08:24:01.921" v="15662" actId="20577"/>
        <pc:sldMkLst>
          <pc:docMk/>
          <pc:sldMk cId="99639207" sldId="284"/>
        </pc:sldMkLst>
        <pc:spChg chg="mod">
          <ac:chgData name="CARLOS CAPITAN AGUDO" userId="7470a26b-2ca6-48dd-8711-9f6fe180d110" providerId="ADAL" clId="{B56B4F64-6DD6-406F-A8B0-1D84FEFCA845}" dt="2026-05-26T08:58:30.458" v="10826" actId="20577"/>
          <ac:spMkLst>
            <pc:docMk/>
            <pc:sldMk cId="99639207" sldId="284"/>
            <ac:spMk id="2" creationId="{EB70A70D-4A28-333D-5B58-E23D8617548C}"/>
          </ac:spMkLst>
        </pc:spChg>
        <pc:spChg chg="mod">
          <ac:chgData name="CARLOS CAPITAN AGUDO" userId="7470a26b-2ca6-48dd-8711-9f6fe180d110" providerId="ADAL" clId="{B56B4F64-6DD6-406F-A8B0-1D84FEFCA845}" dt="2026-05-29T08:24:01.921" v="15662" actId="20577"/>
          <ac:spMkLst>
            <pc:docMk/>
            <pc:sldMk cId="99639207" sldId="284"/>
            <ac:spMk id="3" creationId="{88598DA0-09F4-77E1-D661-7C6E2EC2179D}"/>
          </ac:spMkLst>
        </pc:spChg>
      </pc:sldChg>
      <pc:sldChg chg="modSp new mod">
        <pc:chgData name="CARLOS CAPITAN AGUDO" userId="7470a26b-2ca6-48dd-8711-9f6fe180d110" providerId="ADAL" clId="{B56B4F64-6DD6-406F-A8B0-1D84FEFCA845}" dt="2026-05-26T10:40:47.145" v="13486" actId="20577"/>
        <pc:sldMkLst>
          <pc:docMk/>
          <pc:sldMk cId="3506949265" sldId="285"/>
        </pc:sldMkLst>
        <pc:spChg chg="mod">
          <ac:chgData name="CARLOS CAPITAN AGUDO" userId="7470a26b-2ca6-48dd-8711-9f6fe180d110" providerId="ADAL" clId="{B56B4F64-6DD6-406F-A8B0-1D84FEFCA845}" dt="2026-05-22T14:35:34.816" v="10567" actId="20577"/>
          <ac:spMkLst>
            <pc:docMk/>
            <pc:sldMk cId="3506949265" sldId="285"/>
            <ac:spMk id="2" creationId="{827D84CD-0604-88BE-FE01-78F235DFDD67}"/>
          </ac:spMkLst>
        </pc:spChg>
        <pc:spChg chg="mod">
          <ac:chgData name="CARLOS CAPITAN AGUDO" userId="7470a26b-2ca6-48dd-8711-9f6fe180d110" providerId="ADAL" clId="{B56B4F64-6DD6-406F-A8B0-1D84FEFCA845}" dt="2026-05-26T10:40:47.145" v="13486" actId="20577"/>
          <ac:spMkLst>
            <pc:docMk/>
            <pc:sldMk cId="3506949265" sldId="285"/>
            <ac:spMk id="3" creationId="{81321A8B-BD56-891B-D30C-A575E1626F38}"/>
          </ac:spMkLst>
        </pc:spChg>
      </pc:sldChg>
      <pc:sldChg chg="modSp new mod">
        <pc:chgData name="CARLOS CAPITAN AGUDO" userId="7470a26b-2ca6-48dd-8711-9f6fe180d110" providerId="ADAL" clId="{B56B4F64-6DD6-406F-A8B0-1D84FEFCA845}" dt="2026-05-26T09:17:14.028" v="11021" actId="20577"/>
        <pc:sldMkLst>
          <pc:docMk/>
          <pc:sldMk cId="3419451849" sldId="286"/>
        </pc:sldMkLst>
        <pc:spChg chg="mod">
          <ac:chgData name="CARLOS CAPITAN AGUDO" userId="7470a26b-2ca6-48dd-8711-9f6fe180d110" providerId="ADAL" clId="{B56B4F64-6DD6-406F-A8B0-1D84FEFCA845}" dt="2026-05-26T09:16:29.454" v="10864" actId="20577"/>
          <ac:spMkLst>
            <pc:docMk/>
            <pc:sldMk cId="3419451849" sldId="286"/>
            <ac:spMk id="2" creationId="{485AEFB3-F4C0-5B29-DAC6-618CE28604D0}"/>
          </ac:spMkLst>
        </pc:spChg>
        <pc:spChg chg="mod">
          <ac:chgData name="CARLOS CAPITAN AGUDO" userId="7470a26b-2ca6-48dd-8711-9f6fe180d110" providerId="ADAL" clId="{B56B4F64-6DD6-406F-A8B0-1D84FEFCA845}" dt="2026-05-26T09:17:14.028" v="11021" actId="20577"/>
          <ac:spMkLst>
            <pc:docMk/>
            <pc:sldMk cId="3419451849" sldId="286"/>
            <ac:spMk id="3" creationId="{2CE771FA-3AF4-AFFB-313D-CAE8C210081D}"/>
          </ac:spMkLst>
        </pc:spChg>
      </pc:sldChg>
      <pc:sldChg chg="addSp delSp modSp new mod">
        <pc:chgData name="CARLOS CAPITAN AGUDO" userId="7470a26b-2ca6-48dd-8711-9f6fe180d110" providerId="ADAL" clId="{B56B4F64-6DD6-406F-A8B0-1D84FEFCA845}" dt="2026-05-26T09:23:39.299" v="11224" actId="1076"/>
        <pc:sldMkLst>
          <pc:docMk/>
          <pc:sldMk cId="1713139176" sldId="287"/>
        </pc:sldMkLst>
        <pc:spChg chg="mod">
          <ac:chgData name="CARLOS CAPITAN AGUDO" userId="7470a26b-2ca6-48dd-8711-9f6fe180d110" providerId="ADAL" clId="{B56B4F64-6DD6-406F-A8B0-1D84FEFCA845}" dt="2026-05-26T09:22:41.116" v="11118" actId="20577"/>
          <ac:spMkLst>
            <pc:docMk/>
            <pc:sldMk cId="1713139176" sldId="287"/>
            <ac:spMk id="2" creationId="{94870CE3-CAE8-21E3-8671-66A54B677138}"/>
          </ac:spMkLst>
        </pc:spChg>
        <pc:spChg chg="add mod">
          <ac:chgData name="CARLOS CAPITAN AGUDO" userId="7470a26b-2ca6-48dd-8711-9f6fe180d110" providerId="ADAL" clId="{B56B4F64-6DD6-406F-A8B0-1D84FEFCA845}" dt="2026-05-26T09:21:01.435" v="11092" actId="1076"/>
          <ac:spMkLst>
            <pc:docMk/>
            <pc:sldMk cId="1713139176" sldId="287"/>
            <ac:spMk id="6" creationId="{340D4949-ACF0-6A20-1845-2FE125AD9351}"/>
          </ac:spMkLst>
        </pc:spChg>
        <pc:spChg chg="add mod">
          <ac:chgData name="CARLOS CAPITAN AGUDO" userId="7470a26b-2ca6-48dd-8711-9f6fe180d110" providerId="ADAL" clId="{B56B4F64-6DD6-406F-A8B0-1D84FEFCA845}" dt="2026-05-26T09:21:13.347" v="11099" actId="1076"/>
          <ac:spMkLst>
            <pc:docMk/>
            <pc:sldMk cId="1713139176" sldId="287"/>
            <ac:spMk id="9" creationId="{2A26287F-B7D0-7E51-9AD8-6B8927306D8D}"/>
          </ac:spMkLst>
        </pc:spChg>
        <pc:spChg chg="add mod">
          <ac:chgData name="CARLOS CAPITAN AGUDO" userId="7470a26b-2ca6-48dd-8711-9f6fe180d110" providerId="ADAL" clId="{B56B4F64-6DD6-406F-A8B0-1D84FEFCA845}" dt="2026-05-26T09:22:30.826" v="11110" actId="1076"/>
          <ac:spMkLst>
            <pc:docMk/>
            <pc:sldMk cId="1713139176" sldId="287"/>
            <ac:spMk id="12" creationId="{21C8BEF0-EE2E-199F-7010-373227517C94}"/>
          </ac:spMkLst>
        </pc:spChg>
        <pc:spChg chg="add mod">
          <ac:chgData name="CARLOS CAPITAN AGUDO" userId="7470a26b-2ca6-48dd-8711-9f6fe180d110" providerId="ADAL" clId="{B56B4F64-6DD6-406F-A8B0-1D84FEFCA845}" dt="2026-05-26T09:23:11.446" v="11220" actId="1076"/>
          <ac:spMkLst>
            <pc:docMk/>
            <pc:sldMk cId="1713139176" sldId="287"/>
            <ac:spMk id="13" creationId="{FE521D9D-7E9A-8379-C973-8967F373BD62}"/>
          </ac:spMkLst>
        </pc:spChg>
        <pc:picChg chg="add mod">
          <ac:chgData name="CARLOS CAPITAN AGUDO" userId="7470a26b-2ca6-48dd-8711-9f6fe180d110" providerId="ADAL" clId="{B56B4F64-6DD6-406F-A8B0-1D84FEFCA845}" dt="2026-05-26T09:20:51.986" v="11090" actId="14100"/>
          <ac:picMkLst>
            <pc:docMk/>
            <pc:sldMk cId="1713139176" sldId="287"/>
            <ac:picMk id="5" creationId="{4898F58B-3EDB-7472-5D1B-3E3B446B5237}"/>
          </ac:picMkLst>
        </pc:picChg>
        <pc:picChg chg="add mod">
          <ac:chgData name="CARLOS CAPITAN AGUDO" userId="7470a26b-2ca6-48dd-8711-9f6fe180d110" providerId="ADAL" clId="{B56B4F64-6DD6-406F-A8B0-1D84FEFCA845}" dt="2026-05-26T09:20:58.039" v="11091" actId="1076"/>
          <ac:picMkLst>
            <pc:docMk/>
            <pc:sldMk cId="1713139176" sldId="287"/>
            <ac:picMk id="8" creationId="{D1A410E7-CA05-860E-F309-6885C2B2FE36}"/>
          </ac:picMkLst>
        </pc:picChg>
        <pc:picChg chg="add mod">
          <ac:chgData name="CARLOS CAPITAN AGUDO" userId="7470a26b-2ca6-48dd-8711-9f6fe180d110" providerId="ADAL" clId="{B56B4F64-6DD6-406F-A8B0-1D84FEFCA845}" dt="2026-05-26T09:23:39.299" v="11224" actId="1076"/>
          <ac:picMkLst>
            <pc:docMk/>
            <pc:sldMk cId="1713139176" sldId="287"/>
            <ac:picMk id="11" creationId="{BDAFC31A-A9F3-B008-E795-932B70C317ED}"/>
          </ac:picMkLst>
        </pc:picChg>
      </pc:sldChg>
      <pc:sldChg chg="addSp delSp modSp new mod">
        <pc:chgData name="CARLOS CAPITAN AGUDO" userId="7470a26b-2ca6-48dd-8711-9f6fe180d110" providerId="ADAL" clId="{B56B4F64-6DD6-406F-A8B0-1D84FEFCA845}" dt="2026-05-26T09:30:21.149" v="11612" actId="122"/>
        <pc:sldMkLst>
          <pc:docMk/>
          <pc:sldMk cId="339460664" sldId="288"/>
        </pc:sldMkLst>
        <pc:spChg chg="mod">
          <ac:chgData name="CARLOS CAPITAN AGUDO" userId="7470a26b-2ca6-48dd-8711-9f6fe180d110" providerId="ADAL" clId="{B56B4F64-6DD6-406F-A8B0-1D84FEFCA845}" dt="2026-05-26T09:23:29.823" v="11222"/>
          <ac:spMkLst>
            <pc:docMk/>
            <pc:sldMk cId="339460664" sldId="288"/>
            <ac:spMk id="2" creationId="{C000BE19-6467-1C5A-CB74-E25ABD24BEE2}"/>
          </ac:spMkLst>
        </pc:spChg>
        <pc:graphicFrameChg chg="add mod modGraphic">
          <ac:chgData name="CARLOS CAPITAN AGUDO" userId="7470a26b-2ca6-48dd-8711-9f6fe180d110" providerId="ADAL" clId="{B56B4F64-6DD6-406F-A8B0-1D84FEFCA845}" dt="2026-05-26T09:30:21.149" v="11612" actId="122"/>
          <ac:graphicFrameMkLst>
            <pc:docMk/>
            <pc:sldMk cId="339460664" sldId="288"/>
            <ac:graphicFrameMk id="4" creationId="{422F78E5-26F8-EB3D-BE3E-07FA383355D4}"/>
          </ac:graphicFrameMkLst>
        </pc:graphicFrameChg>
      </pc:sldChg>
      <pc:sldChg chg="addSp delSp modSp new mod">
        <pc:chgData name="CARLOS CAPITAN AGUDO" userId="7470a26b-2ca6-48dd-8711-9f6fe180d110" providerId="ADAL" clId="{B56B4F64-6DD6-406F-A8B0-1D84FEFCA845}" dt="2026-05-26T10:08:24.674" v="11722"/>
        <pc:sldMkLst>
          <pc:docMk/>
          <pc:sldMk cId="2970677636" sldId="289"/>
        </pc:sldMkLst>
        <pc:spChg chg="mod">
          <ac:chgData name="CARLOS CAPITAN AGUDO" userId="7470a26b-2ca6-48dd-8711-9f6fe180d110" providerId="ADAL" clId="{B56B4F64-6DD6-406F-A8B0-1D84FEFCA845}" dt="2026-05-26T10:02:45.190" v="11641" actId="20577"/>
          <ac:spMkLst>
            <pc:docMk/>
            <pc:sldMk cId="2970677636" sldId="289"/>
            <ac:spMk id="2" creationId="{2106A815-5D21-9E50-67F7-2E8163ED1996}"/>
          </ac:spMkLst>
        </pc:spChg>
        <pc:spChg chg="add mod">
          <ac:chgData name="CARLOS CAPITAN AGUDO" userId="7470a26b-2ca6-48dd-8711-9f6fe180d110" providerId="ADAL" clId="{B56B4F64-6DD6-406F-A8B0-1D84FEFCA845}" dt="2026-05-26T10:08:01.311" v="11719" actId="1076"/>
          <ac:spMkLst>
            <pc:docMk/>
            <pc:sldMk cId="2970677636" sldId="289"/>
            <ac:spMk id="6" creationId="{0786DC3C-3E75-1B00-E957-D13B651E732F}"/>
          </ac:spMkLst>
        </pc:spChg>
        <pc:spChg chg="add mod">
          <ac:chgData name="CARLOS CAPITAN AGUDO" userId="7470a26b-2ca6-48dd-8711-9f6fe180d110" providerId="ADAL" clId="{B56B4F64-6DD6-406F-A8B0-1D84FEFCA845}" dt="2026-05-26T10:08:01.311" v="11719" actId="1076"/>
          <ac:spMkLst>
            <pc:docMk/>
            <pc:sldMk cId="2970677636" sldId="289"/>
            <ac:spMk id="9" creationId="{4040E481-E10E-7DAC-94A0-0775E8CF3781}"/>
          </ac:spMkLst>
        </pc:spChg>
        <pc:spChg chg="add mod">
          <ac:chgData name="CARLOS CAPITAN AGUDO" userId="7470a26b-2ca6-48dd-8711-9f6fe180d110" providerId="ADAL" clId="{B56B4F64-6DD6-406F-A8B0-1D84FEFCA845}" dt="2026-05-26T10:08:16.324" v="11721" actId="1076"/>
          <ac:spMkLst>
            <pc:docMk/>
            <pc:sldMk cId="2970677636" sldId="289"/>
            <ac:spMk id="12" creationId="{2160D5A2-CABC-1AF0-79DA-771222C812CF}"/>
          </ac:spMkLst>
        </pc:spChg>
        <pc:spChg chg="add mod">
          <ac:chgData name="CARLOS CAPITAN AGUDO" userId="7470a26b-2ca6-48dd-8711-9f6fe180d110" providerId="ADAL" clId="{B56B4F64-6DD6-406F-A8B0-1D84FEFCA845}" dt="2026-05-26T10:08:24.674" v="11722"/>
          <ac:spMkLst>
            <pc:docMk/>
            <pc:sldMk cId="2970677636" sldId="289"/>
            <ac:spMk id="13" creationId="{DF559A16-3774-9D68-7F6F-B4C138A0CAC8}"/>
          </ac:spMkLst>
        </pc:spChg>
        <pc:picChg chg="add mod">
          <ac:chgData name="CARLOS CAPITAN AGUDO" userId="7470a26b-2ca6-48dd-8711-9f6fe180d110" providerId="ADAL" clId="{B56B4F64-6DD6-406F-A8B0-1D84FEFCA845}" dt="2026-05-26T10:08:01.311" v="11719" actId="1076"/>
          <ac:picMkLst>
            <pc:docMk/>
            <pc:sldMk cId="2970677636" sldId="289"/>
            <ac:picMk id="5" creationId="{DF6B303B-11A8-D852-8953-A7ADA718D5F6}"/>
          </ac:picMkLst>
        </pc:picChg>
        <pc:picChg chg="add mod">
          <ac:chgData name="CARLOS CAPITAN AGUDO" userId="7470a26b-2ca6-48dd-8711-9f6fe180d110" providerId="ADAL" clId="{B56B4F64-6DD6-406F-A8B0-1D84FEFCA845}" dt="2026-05-26T10:08:01.311" v="11719" actId="1076"/>
          <ac:picMkLst>
            <pc:docMk/>
            <pc:sldMk cId="2970677636" sldId="289"/>
            <ac:picMk id="8" creationId="{E56FFD10-B03B-8216-D2B5-085728141A2F}"/>
          </ac:picMkLst>
        </pc:picChg>
        <pc:picChg chg="add mod">
          <ac:chgData name="CARLOS CAPITAN AGUDO" userId="7470a26b-2ca6-48dd-8711-9f6fe180d110" providerId="ADAL" clId="{B56B4F64-6DD6-406F-A8B0-1D84FEFCA845}" dt="2026-05-26T10:08:09.661" v="11720" actId="14100"/>
          <ac:picMkLst>
            <pc:docMk/>
            <pc:sldMk cId="2970677636" sldId="289"/>
            <ac:picMk id="11" creationId="{049BA40C-00B6-30BF-0AB5-575E4243A4A1}"/>
          </ac:picMkLst>
        </pc:picChg>
      </pc:sldChg>
      <pc:sldChg chg="addSp delSp modSp new mod">
        <pc:chgData name="CARLOS CAPITAN AGUDO" userId="7470a26b-2ca6-48dd-8711-9f6fe180d110" providerId="ADAL" clId="{B56B4F64-6DD6-406F-A8B0-1D84FEFCA845}" dt="2026-05-26T10:15:14.688" v="11878" actId="14100"/>
        <pc:sldMkLst>
          <pc:docMk/>
          <pc:sldMk cId="1679980606" sldId="290"/>
        </pc:sldMkLst>
        <pc:spChg chg="mod">
          <ac:chgData name="CARLOS CAPITAN AGUDO" userId="7470a26b-2ca6-48dd-8711-9f6fe180d110" providerId="ADAL" clId="{B56B4F64-6DD6-406F-A8B0-1D84FEFCA845}" dt="2026-05-26T10:11:31.019" v="11724"/>
          <ac:spMkLst>
            <pc:docMk/>
            <pc:sldMk cId="1679980606" sldId="290"/>
            <ac:spMk id="2" creationId="{9C91444A-4AAE-54BE-934B-E1515A69A8B5}"/>
          </ac:spMkLst>
        </pc:spChg>
        <pc:graphicFrameChg chg="add mod modGraphic">
          <ac:chgData name="CARLOS CAPITAN AGUDO" userId="7470a26b-2ca6-48dd-8711-9f6fe180d110" providerId="ADAL" clId="{B56B4F64-6DD6-406F-A8B0-1D84FEFCA845}" dt="2026-05-26T10:15:14.688" v="11878" actId="14100"/>
          <ac:graphicFrameMkLst>
            <pc:docMk/>
            <pc:sldMk cId="1679980606" sldId="290"/>
            <ac:graphicFrameMk id="4" creationId="{A89EAF13-C9D9-8E43-FBF3-3D7B8263D586}"/>
          </ac:graphicFrameMkLst>
        </pc:graphicFrameChg>
      </pc:sldChg>
      <pc:sldChg chg="modSp new mod modNotesTx">
        <pc:chgData name="CARLOS CAPITAN AGUDO" userId="7470a26b-2ca6-48dd-8711-9f6fe180d110" providerId="ADAL" clId="{B56B4F64-6DD6-406F-A8B0-1D84FEFCA845}" dt="2026-05-26T10:30:48.019" v="12454" actId="123"/>
        <pc:sldMkLst>
          <pc:docMk/>
          <pc:sldMk cId="4202048293" sldId="291"/>
        </pc:sldMkLst>
        <pc:spChg chg="mod">
          <ac:chgData name="CARLOS CAPITAN AGUDO" userId="7470a26b-2ca6-48dd-8711-9f6fe180d110" providerId="ADAL" clId="{B56B4F64-6DD6-406F-A8B0-1D84FEFCA845}" dt="2026-05-26T10:15:46.198" v="11916" actId="20577"/>
          <ac:spMkLst>
            <pc:docMk/>
            <pc:sldMk cId="4202048293" sldId="291"/>
            <ac:spMk id="2" creationId="{E7911F0A-B992-7E95-86B2-AF6A25545630}"/>
          </ac:spMkLst>
        </pc:spChg>
        <pc:spChg chg="mod">
          <ac:chgData name="CARLOS CAPITAN AGUDO" userId="7470a26b-2ca6-48dd-8711-9f6fe180d110" providerId="ADAL" clId="{B56B4F64-6DD6-406F-A8B0-1D84FEFCA845}" dt="2026-05-26T10:30:48.019" v="12454" actId="123"/>
          <ac:spMkLst>
            <pc:docMk/>
            <pc:sldMk cId="4202048293" sldId="291"/>
            <ac:spMk id="3" creationId="{68BA8B74-8938-3FE6-4D1A-08034A33C934}"/>
          </ac:spMkLst>
        </pc:spChg>
      </pc:sldChg>
      <pc:sldChg chg="modSp new mod">
        <pc:chgData name="CARLOS CAPITAN AGUDO" userId="7470a26b-2ca6-48dd-8711-9f6fe180d110" providerId="ADAL" clId="{B56B4F64-6DD6-406F-A8B0-1D84FEFCA845}" dt="2026-05-26T10:33:46.930" v="12955" actId="20577"/>
        <pc:sldMkLst>
          <pc:docMk/>
          <pc:sldMk cId="2901121906" sldId="292"/>
        </pc:sldMkLst>
        <pc:spChg chg="mod">
          <ac:chgData name="CARLOS CAPITAN AGUDO" userId="7470a26b-2ca6-48dd-8711-9f6fe180d110" providerId="ADAL" clId="{B56B4F64-6DD6-406F-A8B0-1D84FEFCA845}" dt="2026-05-26T10:33:06.894" v="12757" actId="20577"/>
          <ac:spMkLst>
            <pc:docMk/>
            <pc:sldMk cId="2901121906" sldId="292"/>
            <ac:spMk id="2" creationId="{C10140AD-82B0-23AE-2DAE-7764B5486EF7}"/>
          </ac:spMkLst>
        </pc:spChg>
        <pc:spChg chg="mod">
          <ac:chgData name="CARLOS CAPITAN AGUDO" userId="7470a26b-2ca6-48dd-8711-9f6fe180d110" providerId="ADAL" clId="{B56B4F64-6DD6-406F-A8B0-1D84FEFCA845}" dt="2026-05-26T10:33:46.930" v="12955" actId="20577"/>
          <ac:spMkLst>
            <pc:docMk/>
            <pc:sldMk cId="2901121906" sldId="292"/>
            <ac:spMk id="3" creationId="{DA8AAB8E-1752-ED41-BDC4-49D82FA06C19}"/>
          </ac:spMkLst>
        </pc:spChg>
      </pc:sldChg>
      <pc:sldChg chg="modSp new mod modAnim">
        <pc:chgData name="CARLOS CAPITAN AGUDO" userId="7470a26b-2ca6-48dd-8711-9f6fe180d110" providerId="ADAL" clId="{B56B4F64-6DD6-406F-A8B0-1D84FEFCA845}" dt="2026-05-28T19:27:47.925" v="15229"/>
        <pc:sldMkLst>
          <pc:docMk/>
          <pc:sldMk cId="1608677960" sldId="293"/>
        </pc:sldMkLst>
        <pc:spChg chg="mod">
          <ac:chgData name="CARLOS CAPITAN AGUDO" userId="7470a26b-2ca6-48dd-8711-9f6fe180d110" providerId="ADAL" clId="{B56B4F64-6DD6-406F-A8B0-1D84FEFCA845}" dt="2026-05-28T19:26:54.037" v="15212" actId="20577"/>
          <ac:spMkLst>
            <pc:docMk/>
            <pc:sldMk cId="1608677960" sldId="293"/>
            <ac:spMk id="2" creationId="{7130FB93-2316-E394-2A22-59B63F73C75E}"/>
          </ac:spMkLst>
        </pc:spChg>
        <pc:spChg chg="mod">
          <ac:chgData name="CARLOS CAPITAN AGUDO" userId="7470a26b-2ca6-48dd-8711-9f6fe180d110" providerId="ADAL" clId="{B56B4F64-6DD6-406F-A8B0-1D84FEFCA845}" dt="2026-05-28T19:26:39.112" v="15204" actId="20577"/>
          <ac:spMkLst>
            <pc:docMk/>
            <pc:sldMk cId="1608677960" sldId="293"/>
            <ac:spMk id="3" creationId="{52C02E60-7B26-B71B-53CE-6F94E6C2D7F3}"/>
          </ac:spMkLst>
        </pc:spChg>
      </pc:sldChg>
      <pc:sldChg chg="modSp new mod modAnim">
        <pc:chgData name="CARLOS CAPITAN AGUDO" userId="7470a26b-2ca6-48dd-8711-9f6fe180d110" providerId="ADAL" clId="{B56B4F64-6DD6-406F-A8B0-1D84FEFCA845}" dt="2026-05-29T06:59:13.666" v="15339" actId="27636"/>
        <pc:sldMkLst>
          <pc:docMk/>
          <pc:sldMk cId="2994997292" sldId="294"/>
        </pc:sldMkLst>
        <pc:spChg chg="mod">
          <ac:chgData name="CARLOS CAPITAN AGUDO" userId="7470a26b-2ca6-48dd-8711-9f6fe180d110" providerId="ADAL" clId="{B56B4F64-6DD6-406F-A8B0-1D84FEFCA845}" dt="2026-05-28T19:26:59.164" v="15220" actId="20577"/>
          <ac:spMkLst>
            <pc:docMk/>
            <pc:sldMk cId="2994997292" sldId="294"/>
            <ac:spMk id="2" creationId="{2100B6EC-B53D-B677-9CE7-14DA5A121E18}"/>
          </ac:spMkLst>
        </pc:spChg>
        <pc:spChg chg="mod">
          <ac:chgData name="CARLOS CAPITAN AGUDO" userId="7470a26b-2ca6-48dd-8711-9f6fe180d110" providerId="ADAL" clId="{B56B4F64-6DD6-406F-A8B0-1D84FEFCA845}" dt="2026-05-29T06:59:13.666" v="15339" actId="27636"/>
          <ac:spMkLst>
            <pc:docMk/>
            <pc:sldMk cId="2994997292" sldId="294"/>
            <ac:spMk id="3" creationId="{C605ABA4-4730-A259-01FE-F49F3483622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4B1BE-A893-4240-8EA8-74D6E50E0F5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F15F8-6D73-4C59-BDB7-B34B5E8F803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9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F15F8-6D73-4C59-BDB7-B34B5E8F80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21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F15F8-6D73-4C59-BDB7-B34B5E8F80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9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advantage for declare in sirs false prediction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F15F8-6D73-4C59-BDB7-B34B5E8F80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5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F15F8-6D73-4C59-BDB7-B34B5E8F803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8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82435-0C0F-1CB9-BBDB-898D8B8B4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F9A238-137B-787B-68AB-355E7B603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23379E-9985-EC7B-C7C7-85FAF556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219AB4-8FEF-AA53-B172-E9B6F6AE4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A87648-7831-A6C9-4CA9-78BB7A58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0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05DD6-5B62-6F1D-D1C9-B13AD708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B396C5-2664-C5B6-7E07-FACDA2CF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B2C729-993E-4A67-EF2C-B60DA808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D2A6B5-A12F-FD8D-9848-60AD3D0A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E55521-5149-82C5-B55C-CB82729B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6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81629-BCD9-B556-D481-456DA2B5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2A8D85-08C3-2AC0-B948-A626418F7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35B386-20DB-02B8-7887-5B429C35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370AFF-9F53-9170-56DA-21D77B0E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A79DF-BEF5-6D5B-3202-47E2EB71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9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C4044-E551-43E1-3573-F4161771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7B0B34-DC38-C5F7-CB44-0E057A209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119AE9-4ABC-646D-B9E4-78739456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D48B31-1E93-769C-E1ED-DB380EB94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68A412-0B4B-4EFB-71E2-9C40CFB3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75555A-BD87-9BD7-52B4-BF1CE670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4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FA983-7163-501E-059A-2854C98F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5FDEA-E16D-C31D-E2BA-AA57729AF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0A94EC-54E5-98DE-193D-979E5EA6C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1DFB9B-2D0F-DFBD-C561-992028313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6BCE83-9BA8-D0CA-2433-201DA6C20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04BB4B-46B0-A52D-C1D2-AF95964A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EB7A7D-3D3B-1170-77F8-A352AFFE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800DBF7-F52C-CAC0-3869-31A11B83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0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36D8C-7B84-57F4-A098-27ED508A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B96E20-B711-237A-63CD-9A642A1D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7B922D-EA79-9796-625F-07C5AFD2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D84DED-8BA1-65EF-525A-34C72C52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63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33A9E2-13BA-0DF9-6A63-3BFD2658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CB9FD2-349F-5838-F142-D324549C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B4D5C9-E5DE-387C-17B1-68658B48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2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76804-54CF-71B7-EA18-B05E2EB80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44727C-011F-CB4F-66E2-2EF22F31E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EE7817-440E-690C-C4DB-88B0DA983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4189EB-B4D4-911C-AC6B-B1D1645E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9176CF-C055-B525-C6A1-3C615C46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507A7B-BCD7-DCC1-252E-C707F428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9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EED35-39FD-79A1-F514-451897B3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072DF9-6124-9229-12BB-D0017A273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1C360F-7D12-0B79-3C9F-B5520B00A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13B904-C2A8-696A-BF17-CCEB636F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8AC5C5-66F7-D026-8668-F9B905D0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280BF4-5198-CF35-707C-78E5C75D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2D8D9-3698-8184-91D6-1C12DFBF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1A0AD5-C4F5-40EA-C3FF-0B13D7EBE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F1FCA9-8B36-62B9-2A54-0C743E2A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657307-BC7F-2C92-E65D-6EBFE03D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CFBE75-D467-B892-52EA-B7438797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7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4160C2-2412-CEC0-234C-09084A859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1432A3-1485-8D4F-BE38-8D798BE3E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F10DA0-33E8-5BE3-BDC4-B341A3C4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C81195-0126-146D-8D11-2346C9D6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7A4E3A-0B3C-CBFB-42FD-F95F2E65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0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4AEA10-A7E0-DB2F-4FB1-0E9C45BB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538C6F-909E-EBB4-A631-4CDBCCA90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70BFF4-CB63-B8AE-FE4C-4BBD69961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8F945-DF45-4A31-8516-DBB122A8545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B26723-AF26-3745-7890-2B88410EE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10811-55E7-AFB1-1C24-1F274538D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04042-C593-4ABC-A0DD-F98FC0AC22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6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6043D-86B1-AC02-C647-FD289A7A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933D48-C18C-D96C-A4A9-7A8EC1B6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9495"/>
          </a:xfrm>
        </p:spPr>
        <p:txBody>
          <a:bodyPr>
            <a:normAutofit/>
          </a:bodyPr>
          <a:lstStyle/>
          <a:p>
            <a:r>
              <a:rPr lang="en-US" dirty="0"/>
              <a:t>Bag of activities: features are activity frequencies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Xgboost</a:t>
            </a:r>
            <a:r>
              <a:rPr lang="en-US" dirty="0"/>
              <a:t> is used as classifier</a:t>
            </a:r>
          </a:p>
          <a:p>
            <a:r>
              <a:rPr lang="en-US" dirty="0"/>
              <a:t>Factors to consider before the analysis:</a:t>
            </a:r>
          </a:p>
          <a:p>
            <a:pPr lvl="1"/>
            <a:r>
              <a:rPr lang="en-US" dirty="0"/>
              <a:t>Frequencies are not bounded; confidence is between 0 and 100</a:t>
            </a:r>
          </a:p>
          <a:p>
            <a:pPr lvl="1"/>
            <a:r>
              <a:rPr lang="en-US" dirty="0"/>
              <a:t>Less than 20 features (bag) vs thousands of features (DECLARE) </a:t>
            </a:r>
          </a:p>
          <a:p>
            <a:pPr lvl="1"/>
            <a:r>
              <a:rPr lang="en-US" dirty="0"/>
              <a:t>Bag of activities is faster and requires less RAM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29616C6-1C2B-8C62-B871-F17CD8F91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053326"/>
              </p:ext>
            </p:extLst>
          </p:nvPr>
        </p:nvGraphicFramePr>
        <p:xfrm>
          <a:off x="1693993" y="2371630"/>
          <a:ext cx="8128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547">
                  <a:extLst>
                    <a:ext uri="{9D8B030D-6E8A-4147-A177-3AD203B41FA5}">
                      <a16:colId xmlns:a16="http://schemas.microsoft.com/office/drawing/2014/main" val="2371426178"/>
                    </a:ext>
                  </a:extLst>
                </a:gridCol>
                <a:gridCol w="1874307">
                  <a:extLst>
                    <a:ext uri="{9D8B030D-6E8A-4147-A177-3AD203B41FA5}">
                      <a16:colId xmlns:a16="http://schemas.microsoft.com/office/drawing/2014/main" val="530760290"/>
                    </a:ext>
                  </a:extLst>
                </a:gridCol>
                <a:gridCol w="1406785">
                  <a:extLst>
                    <a:ext uri="{9D8B030D-6E8A-4147-A177-3AD203B41FA5}">
                      <a16:colId xmlns:a16="http://schemas.microsoft.com/office/drawing/2014/main" val="2360956648"/>
                    </a:ext>
                  </a:extLst>
                </a:gridCol>
                <a:gridCol w="990932">
                  <a:extLst>
                    <a:ext uri="{9D8B030D-6E8A-4147-A177-3AD203B41FA5}">
                      <a16:colId xmlns:a16="http://schemas.microsoft.com/office/drawing/2014/main" val="345326482"/>
                    </a:ext>
                  </a:extLst>
                </a:gridCol>
                <a:gridCol w="1315715">
                  <a:extLst>
                    <a:ext uri="{9D8B030D-6E8A-4147-A177-3AD203B41FA5}">
                      <a16:colId xmlns:a16="http://schemas.microsoft.com/office/drawing/2014/main" val="519327043"/>
                    </a:ext>
                  </a:extLst>
                </a:gridCol>
                <a:gridCol w="1315715">
                  <a:extLst>
                    <a:ext uri="{9D8B030D-6E8A-4147-A177-3AD203B41FA5}">
                      <a16:colId xmlns:a16="http://schemas.microsoft.com/office/drawing/2014/main" val="3323538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Leucocytes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LacticAcid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0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7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Case ZV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49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317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73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2C495-47EB-57B9-3B4F-5D6D4995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61D017-2261-5513-3034-E68A62446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47" y="2551470"/>
            <a:ext cx="5829753" cy="3429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0A2333-F777-7ABB-4D62-9C18AC36CE5B}"/>
              </a:ext>
            </a:extLst>
          </p:cNvPr>
          <p:cNvSpPr txBox="1"/>
          <p:nvPr/>
        </p:nvSpPr>
        <p:spPr>
          <a:xfrm>
            <a:off x="2704699" y="2136808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 of activities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AE7C258-CBD9-93F5-F0FD-662F1F66E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51792"/>
            <a:ext cx="5931333" cy="342867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886F35A-BCFC-524D-2CE0-92CCFB2CFA24}"/>
              </a:ext>
            </a:extLst>
          </p:cNvPr>
          <p:cNvSpPr txBox="1"/>
          <p:nvPr/>
        </p:nvSpPr>
        <p:spPr>
          <a:xfrm>
            <a:off x="8844976" y="2136808"/>
            <a:ext cx="151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 rules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93B9B6E-0F81-9759-FCFB-7B8F4CE350D9}"/>
              </a:ext>
            </a:extLst>
          </p:cNvPr>
          <p:cNvSpPr txBox="1"/>
          <p:nvPr/>
        </p:nvSpPr>
        <p:spPr>
          <a:xfrm>
            <a:off x="838200" y="1639712"/>
            <a:ext cx="1023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RTFM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F7C321-5A79-A530-CB84-F434ADB256D9}"/>
              </a:ext>
            </a:extLst>
          </p:cNvPr>
          <p:cNvSpPr txBox="1"/>
          <p:nvPr/>
        </p:nvSpPr>
        <p:spPr>
          <a:xfrm>
            <a:off x="838200" y="6153564"/>
            <a:ext cx="11049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Unresolved performance difference explanation: it requires a complex relation rather than activity occurrences</a:t>
            </a:r>
          </a:p>
        </p:txBody>
      </p:sp>
    </p:spTree>
    <p:extLst>
      <p:ext uri="{BB962C8B-B14F-4D97-AF65-F5344CB8AC3E}">
        <p14:creationId xmlns:p14="http://schemas.microsoft.com/office/powerpoint/2010/main" val="85399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16E91-AF0D-F0CE-1CA4-A79CF0EE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E641E1-DA9E-3E22-8CE4-DF4CB1F34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RTFM prototypes:</a:t>
            </a:r>
          </a:p>
          <a:p>
            <a:pPr lvl="1"/>
            <a:r>
              <a:rPr lang="en-US" dirty="0"/>
              <a:t>Bag of activities:</a:t>
            </a:r>
          </a:p>
          <a:p>
            <a:pPr lvl="2"/>
            <a:r>
              <a:rPr lang="en-US" dirty="0"/>
              <a:t>Collected:  CF, SF, IF, AP, SC</a:t>
            </a:r>
          </a:p>
          <a:p>
            <a:pPr lvl="2"/>
            <a:r>
              <a:rPr lang="en-US" dirty="0"/>
              <a:t>Dismissed: </a:t>
            </a:r>
            <a:r>
              <a:rPr lang="en-US" dirty="0">
                <a:solidFill>
                  <a:srgbClr val="FF0000"/>
                </a:solidFill>
              </a:rPr>
              <a:t>CF, SF, IF, AP, ID, RP, NR, AJ</a:t>
            </a:r>
          </a:p>
          <a:p>
            <a:pPr lvl="2"/>
            <a:r>
              <a:rPr lang="en-US" dirty="0"/>
              <a:t>Fully paid:   CF, PYM</a:t>
            </a:r>
          </a:p>
          <a:p>
            <a:pPr lvl="2"/>
            <a:r>
              <a:rPr lang="en-US" dirty="0"/>
              <a:t>Unresolved CF, SF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DECLARE rules:</a:t>
            </a:r>
          </a:p>
          <a:p>
            <a:pPr lvl="2"/>
            <a:r>
              <a:rPr lang="en-US" dirty="0"/>
              <a:t>Collected:  CF, SF, IF, AP, SC</a:t>
            </a:r>
          </a:p>
          <a:p>
            <a:pPr lvl="2"/>
            <a:r>
              <a:rPr lang="en-US" dirty="0"/>
              <a:t>Dismissed: CF, SF, IF, AP, AJ</a:t>
            </a:r>
          </a:p>
          <a:p>
            <a:pPr lvl="2"/>
            <a:r>
              <a:rPr lang="en-US" dirty="0"/>
              <a:t>Fully paid.   CF, PYM</a:t>
            </a:r>
          </a:p>
          <a:p>
            <a:pPr lvl="2"/>
            <a:r>
              <a:rPr lang="en-US" dirty="0"/>
              <a:t>Unresolved CF, SF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2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3822-5598-E200-6868-9A5B5B44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696F0-0289-F9DA-030C-6BBF3249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FCAB43-5911-8FA5-9F0A-9B14B7EDF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RTFM boundary cases dismissed-unresolved</a:t>
            </a:r>
          </a:p>
          <a:p>
            <a:pPr lvl="1"/>
            <a:r>
              <a:rPr lang="en-US" dirty="0"/>
              <a:t>Bag of activities:</a:t>
            </a:r>
          </a:p>
          <a:p>
            <a:pPr lvl="2"/>
            <a:r>
              <a:rPr lang="en-US" dirty="0"/>
              <a:t>Dismissed:  CF, SF, IF,  ID, SA, RP, AP, NR, AJ</a:t>
            </a:r>
          </a:p>
          <a:p>
            <a:pPr lvl="2"/>
            <a:r>
              <a:rPr lang="en-US" dirty="0"/>
              <a:t>Unresolved: CF, SF, IF, ID, AP,  RP, AJ, SA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DECLARE rules:</a:t>
            </a:r>
          </a:p>
          <a:p>
            <a:pPr lvl="2"/>
            <a:r>
              <a:rPr lang="en-US" dirty="0"/>
              <a:t>Dismissed:  CF, SF, IF, AP, ID, SA</a:t>
            </a:r>
          </a:p>
          <a:p>
            <a:pPr lvl="2"/>
            <a:r>
              <a:rPr lang="en-US" dirty="0"/>
              <a:t>Unresolved: </a:t>
            </a:r>
            <a:r>
              <a:rPr lang="nn-NO" dirty="0"/>
              <a:t>CF, SF, IF, AP, ID, SA, </a:t>
            </a:r>
            <a:r>
              <a:rPr lang="nn-NO" b="1" dirty="0"/>
              <a:t>RP, NR, AJ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2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8E43A-181D-1833-A218-1E5386B2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700BB-066C-9F44-D6ED-F7F0B707E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0D987B-48CD-D516-1B18-F3DC4EA8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RTFM boundary cases fully paid-unresolved</a:t>
            </a:r>
          </a:p>
          <a:p>
            <a:pPr lvl="1"/>
            <a:r>
              <a:rPr lang="en-US" dirty="0"/>
              <a:t>Bag of activities:</a:t>
            </a:r>
          </a:p>
          <a:p>
            <a:pPr lvl="2"/>
            <a:r>
              <a:rPr lang="en-US" dirty="0"/>
              <a:t>Fully paid:    CF, </a:t>
            </a:r>
            <a:r>
              <a:rPr lang="en-US" b="1" dirty="0"/>
              <a:t>ID, SF, IF</a:t>
            </a:r>
            <a:r>
              <a:rPr lang="en-US" dirty="0"/>
              <a:t>, SA, AP, PYM, </a:t>
            </a:r>
            <a:r>
              <a:rPr lang="en-US" b="1" dirty="0"/>
              <a:t>PYM</a:t>
            </a:r>
          </a:p>
          <a:p>
            <a:pPr lvl="2"/>
            <a:r>
              <a:rPr lang="en-US" dirty="0"/>
              <a:t>Unresolved: CF, </a:t>
            </a:r>
            <a:r>
              <a:rPr lang="en-US" b="1" dirty="0"/>
              <a:t>SF, ID, IF</a:t>
            </a:r>
            <a:r>
              <a:rPr lang="en-US" dirty="0"/>
              <a:t>, SA, AP, PYM 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DECLARE rules:</a:t>
            </a:r>
          </a:p>
          <a:p>
            <a:pPr lvl="2"/>
            <a:r>
              <a:rPr lang="en-US" dirty="0"/>
              <a:t>Fully paid:    CF, SF, </a:t>
            </a:r>
            <a:r>
              <a:rPr lang="en-US" b="1" dirty="0"/>
              <a:t>IF,  ID, SA, </a:t>
            </a:r>
            <a:r>
              <a:rPr lang="en-US" dirty="0"/>
              <a:t>AP, PYM</a:t>
            </a:r>
          </a:p>
          <a:p>
            <a:pPr lvl="2"/>
            <a:r>
              <a:rPr lang="en-US" dirty="0"/>
              <a:t>Unresolved: CF, SF</a:t>
            </a:r>
            <a:r>
              <a:rPr lang="en-US" b="1" dirty="0"/>
              <a:t>, ID,SA, IF,  </a:t>
            </a:r>
            <a:r>
              <a:rPr lang="en-US" dirty="0"/>
              <a:t>AP, PYM</a:t>
            </a:r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nn-NO" b="1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5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90640-D7FC-612A-2213-3A96D0C4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1A07F5-6996-0370-3555-1665A3E6F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001"/>
            <a:ext cx="10515600" cy="4351338"/>
          </a:xfrm>
        </p:spPr>
        <p:txBody>
          <a:bodyPr/>
          <a:lstStyle/>
          <a:p>
            <a:r>
              <a:rPr lang="en-US" dirty="0"/>
              <a:t>Sepsis</a:t>
            </a:r>
          </a:p>
          <a:p>
            <a:pPr lvl="1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82490C7-EBC6-5E9F-0CEF-A548FB485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471" y="2303954"/>
            <a:ext cx="5796825" cy="379891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6DC423C-F374-94E8-D449-DED13E59AEFE}"/>
              </a:ext>
            </a:extLst>
          </p:cNvPr>
          <p:cNvSpPr txBox="1"/>
          <p:nvPr/>
        </p:nvSpPr>
        <p:spPr>
          <a:xfrm>
            <a:off x="8920500" y="1934622"/>
            <a:ext cx="151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 rules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1AE52B0-207B-A13A-0B5C-5DA46B9EAAF6}"/>
              </a:ext>
            </a:extLst>
          </p:cNvPr>
          <p:cNvSpPr txBox="1"/>
          <p:nvPr/>
        </p:nvSpPr>
        <p:spPr>
          <a:xfrm>
            <a:off x="2754837" y="1934622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 of activities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D0C57F1-6C9A-274C-52AB-D44BA295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83" y="2303954"/>
            <a:ext cx="6069048" cy="392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2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00A87-DB57-F6E1-6518-91627EA4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8F914-7B4A-C276-9565-444A67FFC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Sepsis prototypes:</a:t>
            </a:r>
          </a:p>
          <a:p>
            <a:pPr lvl="1"/>
            <a:r>
              <a:rPr lang="en-US" dirty="0"/>
              <a:t>Bag of activities:</a:t>
            </a:r>
          </a:p>
          <a:p>
            <a:pPr lvl="2"/>
            <a:r>
              <a:rPr lang="en-US" dirty="0"/>
              <a:t>SIRS-True:   RG, TG, TGS,  CRP, LC, AB</a:t>
            </a:r>
          </a:p>
          <a:p>
            <a:pPr lvl="2"/>
            <a:r>
              <a:rPr lang="en-US" dirty="0"/>
              <a:t>SIRS-False: RG, TG, TGS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DECLARE rules:</a:t>
            </a:r>
          </a:p>
          <a:p>
            <a:pPr lvl="2"/>
            <a:r>
              <a:rPr lang="en-US" dirty="0"/>
              <a:t>SIRS- True: RG, TG, TGS, CRP, CRP, LC, AB</a:t>
            </a:r>
          </a:p>
          <a:p>
            <a:pPr lvl="2"/>
            <a:r>
              <a:rPr lang="en-US" dirty="0"/>
              <a:t>SIRS-False: RG. TG, TGS,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22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536C-CEA0-C2B0-987C-805EB4E8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1E8CF-B447-DAF6-636A-5150D91EE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activities vs DECLARE rules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C71D7-0A7F-5792-7CCE-677FE0D3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Sepsis boundary cases:</a:t>
            </a:r>
          </a:p>
          <a:p>
            <a:pPr lvl="1"/>
            <a:r>
              <a:rPr lang="en-US" dirty="0"/>
              <a:t>Bag of activities:</a:t>
            </a:r>
          </a:p>
          <a:p>
            <a:pPr lvl="2"/>
            <a:r>
              <a:rPr lang="en-US" sz="1800" dirty="0"/>
              <a:t>SIRS-False: RG, TG, TGS, CRP,  LC,  NC, CRP, RD</a:t>
            </a:r>
          </a:p>
          <a:p>
            <a:pPr lvl="2"/>
            <a:r>
              <a:rPr lang="en-US" sz="1800" dirty="0"/>
              <a:t>SIRS-True:    RG, TG, TGS,  LC,  CRP,  LA</a:t>
            </a:r>
            <a:endParaRPr lang="en-US" sz="1800" b="1" dirty="0"/>
          </a:p>
          <a:p>
            <a:pPr lvl="2"/>
            <a:endParaRPr lang="en-US" dirty="0"/>
          </a:p>
          <a:p>
            <a:pPr lvl="1"/>
            <a:r>
              <a:rPr lang="en-US" dirty="0"/>
              <a:t>DECLARE rules:</a:t>
            </a:r>
          </a:p>
          <a:p>
            <a:pPr lvl="2"/>
            <a:r>
              <a:rPr lang="en-US" dirty="0"/>
              <a:t>SIRS-False: </a:t>
            </a:r>
            <a:r>
              <a:rPr lang="en-US" sz="1800" dirty="0"/>
              <a:t>RG, TG, TGS, CRP, LC, NC, LC, </a:t>
            </a:r>
            <a:r>
              <a:rPr lang="en-US" sz="1800" b="1" dirty="0"/>
              <a:t>CRP,  LC,   </a:t>
            </a:r>
            <a:r>
              <a:rPr lang="en-US" sz="1800" dirty="0"/>
              <a:t>LC, CRP</a:t>
            </a:r>
            <a:r>
              <a:rPr lang="en-US" sz="1800" b="1" dirty="0"/>
              <a:t>, CRP,  </a:t>
            </a:r>
            <a:r>
              <a:rPr lang="en-US" sz="1800" dirty="0"/>
              <a:t>LC,  </a:t>
            </a:r>
            <a:r>
              <a:rPr lang="en-US" sz="1800" b="1" dirty="0"/>
              <a:t>RA</a:t>
            </a:r>
            <a:r>
              <a:rPr lang="en-US" sz="1800" dirty="0"/>
              <a:t>,   CRP, LC</a:t>
            </a:r>
          </a:p>
          <a:p>
            <a:pPr lvl="2"/>
            <a:r>
              <a:rPr lang="en-US" dirty="0"/>
              <a:t>SIRS-true:    </a:t>
            </a:r>
            <a:r>
              <a:rPr lang="en-US" sz="1800" dirty="0"/>
              <a:t>RG, TG, TGS, CRP, LC, NC, LC, </a:t>
            </a:r>
            <a:r>
              <a:rPr lang="en-US" sz="1800" b="1" dirty="0"/>
              <a:t>CRP, CRP, </a:t>
            </a:r>
            <a:r>
              <a:rPr lang="en-US" sz="1800" dirty="0"/>
              <a:t>LC, CRP</a:t>
            </a:r>
            <a:r>
              <a:rPr lang="en-US" sz="1800" b="1" dirty="0"/>
              <a:t>,   LC,   </a:t>
            </a:r>
            <a:r>
              <a:rPr lang="en-US" sz="1800" dirty="0"/>
              <a:t>LC, </a:t>
            </a:r>
            <a:r>
              <a:rPr lang="en-US" sz="1800" b="1" dirty="0"/>
              <a:t>CRP</a:t>
            </a:r>
            <a:r>
              <a:rPr lang="en-US" sz="1800" dirty="0"/>
              <a:t>, CRP, LC, </a:t>
            </a:r>
            <a:r>
              <a:rPr lang="en-US" sz="1800" b="1" dirty="0"/>
              <a:t>RA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08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14567-C480-D7A4-9BF2-3365D3F6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F3CF51-BF44-AF81-34C4-BB1C3F95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240"/>
            <a:ext cx="2107131" cy="1158207"/>
          </a:xfrm>
        </p:spPr>
        <p:txBody>
          <a:bodyPr/>
          <a:lstStyle/>
          <a:p>
            <a:r>
              <a:rPr lang="en-US" dirty="0"/>
              <a:t>Sepsis: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3C57B1-32DF-66AF-11D3-A93D858D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526" y="2608448"/>
            <a:ext cx="5799202" cy="37989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903B25-8D5B-7A49-D226-3BB1913F261D}"/>
              </a:ext>
            </a:extLst>
          </p:cNvPr>
          <p:cNvSpPr txBox="1"/>
          <p:nvPr/>
        </p:nvSpPr>
        <p:spPr>
          <a:xfrm>
            <a:off x="8739739" y="2141063"/>
            <a:ext cx="145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HistGradient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E4384F-E8AC-09FD-3D68-A0922E62B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6" y="2608447"/>
            <a:ext cx="5796825" cy="379891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7726171-3C9C-861A-CE62-83CFB2DDAEDA}"/>
              </a:ext>
            </a:extLst>
          </p:cNvPr>
          <p:cNvSpPr txBox="1"/>
          <p:nvPr/>
        </p:nvSpPr>
        <p:spPr>
          <a:xfrm>
            <a:off x="2664561" y="2171739"/>
            <a:ext cx="105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63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B559B-0302-4F8B-9ED1-520B7010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10D466-45E5-CC33-EDE1-7289BFD6D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Sepsis prototypes: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pPr lvl="2"/>
            <a:r>
              <a:rPr lang="en-US" dirty="0"/>
              <a:t>SIRS- True: RG, TG, TGS, CRP, CRP, LC, AB</a:t>
            </a:r>
          </a:p>
          <a:p>
            <a:pPr lvl="2"/>
            <a:r>
              <a:rPr lang="en-US" dirty="0"/>
              <a:t>SIRS-False: RG. TG, TGS, </a:t>
            </a:r>
          </a:p>
          <a:p>
            <a:pPr lvl="2"/>
            <a:endParaRPr lang="en-US" dirty="0"/>
          </a:p>
          <a:p>
            <a:pPr lvl="1"/>
            <a:r>
              <a:rPr lang="en-US" dirty="0" err="1"/>
              <a:t>HistGradient</a:t>
            </a:r>
            <a:r>
              <a:rPr lang="en-US" dirty="0"/>
              <a:t>:</a:t>
            </a:r>
          </a:p>
          <a:p>
            <a:pPr lvl="2"/>
            <a:r>
              <a:rPr lang="en-US" sz="1800" dirty="0"/>
              <a:t>SIRS-True</a:t>
            </a:r>
            <a:r>
              <a:rPr lang="en-US" sz="1600" dirty="0"/>
              <a:t>:   </a:t>
            </a:r>
            <a:r>
              <a:rPr lang="en-US" sz="1800" dirty="0"/>
              <a:t>RG, TG, TGS, LQ, CRP, LC, LA, AB, NC, LC, CRP, CRP, LC, LC, CRP, RA, RER.CRP, LC</a:t>
            </a:r>
          </a:p>
          <a:p>
            <a:pPr lvl="2"/>
            <a:r>
              <a:rPr lang="en-US" sz="1800" dirty="0"/>
              <a:t>SIRS-False</a:t>
            </a:r>
            <a:r>
              <a:rPr lang="en-US" sz="1600" dirty="0"/>
              <a:t>: </a:t>
            </a:r>
            <a:r>
              <a:rPr lang="en-US" sz="1800" dirty="0"/>
              <a:t>RG, TG, TGS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00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70BF-D65C-FC37-1553-3AF472B9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E91CA-6F86-DEEA-8E1C-4FB64F4C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D5B1A5-41E1-E492-644D-C04CF3A99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240"/>
            <a:ext cx="2107131" cy="1158207"/>
          </a:xfrm>
        </p:spPr>
        <p:txBody>
          <a:bodyPr/>
          <a:lstStyle/>
          <a:p>
            <a:r>
              <a:rPr lang="en-US" dirty="0"/>
              <a:t>Sepsis: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2DB0F4F-8F3C-0A80-DDBB-78B2B32EE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89809"/>
              </p:ext>
            </p:extLst>
          </p:nvPr>
        </p:nvGraphicFramePr>
        <p:xfrm>
          <a:off x="6096000" y="3010026"/>
          <a:ext cx="4876800" cy="1244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395895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457908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38294"/>
                    </a:ext>
                  </a:extLst>
                </a:gridCol>
              </a:tblGrid>
              <a:tr h="5031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83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SIRS-False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6947.33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6947.33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4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SIRS-True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4404.40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6164.36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802645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7A0F2F5-3D9F-9D41-3609-BE35E7898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695359"/>
              </p:ext>
            </p:extLst>
          </p:nvPr>
        </p:nvGraphicFramePr>
        <p:xfrm>
          <a:off x="838200" y="3004679"/>
          <a:ext cx="4876800" cy="1244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395895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457908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38294"/>
                    </a:ext>
                  </a:extLst>
                </a:gridCol>
              </a:tblGrid>
              <a:tr h="5031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Intraclass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83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SIRS-False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3390.54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3390.54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4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SIRS-True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3345.03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80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64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C0EB-2868-A231-9889-66132965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77B09-4BC0-1943-A1F9-8D3F8BF61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0522E7-C80F-101D-FBA3-7E98BFD4D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Sepsis boundary cases: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pPr lvl="2"/>
            <a:r>
              <a:rPr lang="en-US" dirty="0"/>
              <a:t>SIRS-False: </a:t>
            </a:r>
            <a:r>
              <a:rPr lang="en-US" sz="1800" dirty="0"/>
              <a:t>RG, TG, TGS, CRP, LC, NC, LC, </a:t>
            </a:r>
            <a:r>
              <a:rPr lang="en-US" sz="1800" b="1" dirty="0"/>
              <a:t>CRP,  LC,   </a:t>
            </a:r>
            <a:r>
              <a:rPr lang="en-US" sz="1800" dirty="0"/>
              <a:t>LC, CRP</a:t>
            </a:r>
            <a:r>
              <a:rPr lang="en-US" sz="1800" b="1" dirty="0"/>
              <a:t>, CRP,  </a:t>
            </a:r>
            <a:r>
              <a:rPr lang="en-US" sz="1800" dirty="0"/>
              <a:t>LC,  </a:t>
            </a:r>
            <a:r>
              <a:rPr lang="en-US" sz="1800" b="1" dirty="0"/>
              <a:t>RA</a:t>
            </a:r>
            <a:r>
              <a:rPr lang="en-US" sz="1800" dirty="0"/>
              <a:t>,   CRP, LC, ---</a:t>
            </a:r>
          </a:p>
          <a:p>
            <a:pPr lvl="2"/>
            <a:r>
              <a:rPr lang="en-US" dirty="0"/>
              <a:t>SIRS-true:    </a:t>
            </a:r>
            <a:r>
              <a:rPr lang="en-US" sz="1800" dirty="0"/>
              <a:t>RG, TG, TGS, CRP, LC, NC, LC, </a:t>
            </a:r>
            <a:r>
              <a:rPr lang="en-US" sz="1800" b="1" dirty="0"/>
              <a:t>CRP, CRP, </a:t>
            </a:r>
            <a:r>
              <a:rPr lang="en-US" sz="1800" dirty="0"/>
              <a:t>LC, CRP</a:t>
            </a:r>
            <a:r>
              <a:rPr lang="en-US" sz="1800" b="1" dirty="0"/>
              <a:t>,   LC,   </a:t>
            </a:r>
            <a:r>
              <a:rPr lang="en-US" sz="1800" dirty="0"/>
              <a:t>LC, </a:t>
            </a:r>
            <a:r>
              <a:rPr lang="en-US" sz="1800" b="1" dirty="0"/>
              <a:t>CRP</a:t>
            </a:r>
            <a:r>
              <a:rPr lang="en-US" sz="1800" dirty="0"/>
              <a:t>, CRP, LC, </a:t>
            </a:r>
            <a:r>
              <a:rPr lang="en-US" sz="1800" b="1" dirty="0"/>
              <a:t>RA</a:t>
            </a:r>
          </a:p>
          <a:p>
            <a:pPr lvl="2"/>
            <a:endParaRPr lang="en-US" dirty="0"/>
          </a:p>
          <a:p>
            <a:pPr lvl="1"/>
            <a:r>
              <a:rPr lang="en-US" dirty="0" err="1"/>
              <a:t>HistGradient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SIRS-False: RG, TG, TGS, LA, LC, CRP,  NC, </a:t>
            </a:r>
            <a:r>
              <a:rPr lang="en-US" b="1" dirty="0"/>
              <a:t>NC,  CRP</a:t>
            </a:r>
            <a:r>
              <a:rPr lang="en-US" dirty="0"/>
              <a:t>, LC, RA</a:t>
            </a:r>
          </a:p>
          <a:p>
            <a:pPr lvl="2"/>
            <a:r>
              <a:rPr lang="en-US" dirty="0"/>
              <a:t>SIRS-True:    RG, TG, TGS, LA, LC, CRP, NC</a:t>
            </a:r>
            <a:r>
              <a:rPr lang="en-US" b="1" dirty="0"/>
              <a:t>, CRP,   ---   ,  </a:t>
            </a:r>
            <a:r>
              <a:rPr lang="en-US" dirty="0"/>
              <a:t>LC,  RA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95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A525C-D89F-ABDA-4199-0721386C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CEE1AC-6E39-88EF-6941-27F2150AF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928"/>
            <a:ext cx="10515600" cy="4695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RTFM: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B9B381-0A78-680C-4D88-A94946199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32847"/>
            <a:ext cx="5931333" cy="34305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4A12A3-321F-29A5-6AF8-855E3733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67" y="2532847"/>
            <a:ext cx="5931333" cy="342867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956E303-C239-C4E1-02BD-0B5B7D828AF8}"/>
              </a:ext>
            </a:extLst>
          </p:cNvPr>
          <p:cNvSpPr txBox="1"/>
          <p:nvPr/>
        </p:nvSpPr>
        <p:spPr>
          <a:xfrm>
            <a:off x="9061666" y="2161638"/>
            <a:ext cx="145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HistGradient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36C24E-439E-633A-F52A-30B12C00BBDA}"/>
              </a:ext>
            </a:extLst>
          </p:cNvPr>
          <p:cNvSpPr txBox="1"/>
          <p:nvPr/>
        </p:nvSpPr>
        <p:spPr>
          <a:xfrm>
            <a:off x="3130333" y="2161638"/>
            <a:ext cx="105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44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80E93-095F-375D-EB3E-B2D2A0BE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6E4F2A-0770-AE24-A009-22BCD7919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RTFM prototypes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Collected: CF, SF, IF, AP, SC</a:t>
            </a:r>
          </a:p>
          <a:p>
            <a:pPr lvl="2"/>
            <a:r>
              <a:rPr lang="en-US" dirty="0"/>
              <a:t>Dismissed: CF, SF, IF, AP, AJ</a:t>
            </a:r>
          </a:p>
          <a:p>
            <a:pPr lvl="2"/>
            <a:r>
              <a:rPr lang="en-US" dirty="0"/>
              <a:t>Fully paid. CF, PYM</a:t>
            </a:r>
          </a:p>
          <a:p>
            <a:pPr lvl="2"/>
            <a:r>
              <a:rPr lang="en-US" dirty="0"/>
              <a:t>Unresolved: CF, SF</a:t>
            </a:r>
          </a:p>
          <a:p>
            <a:pPr lvl="2"/>
            <a:endParaRPr lang="en-US" dirty="0"/>
          </a:p>
          <a:p>
            <a:pPr lvl="1"/>
            <a:r>
              <a:rPr lang="en-US" dirty="0" err="1"/>
              <a:t>HistGradient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Collected: CF, SF, IF, AP, </a:t>
            </a:r>
            <a:r>
              <a:rPr lang="en-US" dirty="0">
                <a:solidFill>
                  <a:srgbClr val="FF0000"/>
                </a:solidFill>
              </a:rPr>
              <a:t>NR, RP, </a:t>
            </a:r>
            <a:r>
              <a:rPr lang="en-US" dirty="0"/>
              <a:t>SC</a:t>
            </a:r>
          </a:p>
          <a:p>
            <a:pPr lvl="2"/>
            <a:r>
              <a:rPr lang="en-US" dirty="0"/>
              <a:t>Dismissed: CF, SF, IF, AP, </a:t>
            </a:r>
            <a:r>
              <a:rPr lang="en-US" dirty="0">
                <a:solidFill>
                  <a:srgbClr val="FF0000"/>
                </a:solidFill>
              </a:rPr>
              <a:t>ID, RP, NR, </a:t>
            </a:r>
            <a:r>
              <a:rPr lang="en-US" dirty="0"/>
              <a:t>AJ</a:t>
            </a:r>
          </a:p>
          <a:p>
            <a:pPr lvl="2"/>
            <a:r>
              <a:rPr lang="en-US" dirty="0"/>
              <a:t>Fully paid: CF, PYM</a:t>
            </a:r>
            <a:r>
              <a:rPr lang="en-US" dirty="0">
                <a:solidFill>
                  <a:srgbClr val="FF0000"/>
                </a:solidFill>
              </a:rPr>
              <a:t>, SF, PYM</a:t>
            </a:r>
          </a:p>
          <a:p>
            <a:pPr lvl="2"/>
            <a:r>
              <a:rPr lang="en-US" dirty="0"/>
              <a:t>Unresolved: CF, SF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44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D92A4-E2B3-AB38-B116-CA3744E3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46860-70FC-9B7D-6A25-E60E8C4E6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RTFM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8B65533-8AA3-2700-79E3-33E707F68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547223"/>
              </p:ext>
            </p:extLst>
          </p:nvPr>
        </p:nvGraphicFramePr>
        <p:xfrm>
          <a:off x="583900" y="3074194"/>
          <a:ext cx="4876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395895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457908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3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Intraclass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83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107.98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3213.66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4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Dismissed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3860.16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4488.64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80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Fully 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799.06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2254.31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29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1126.27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1126.27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27533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8932D59-983A-A060-0907-B29E91D72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034760"/>
              </p:ext>
            </p:extLst>
          </p:nvPr>
        </p:nvGraphicFramePr>
        <p:xfrm>
          <a:off x="6096000" y="3079274"/>
          <a:ext cx="48768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395895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457908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13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838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4195.61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5238.04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43957"/>
                  </a:ext>
                </a:extLst>
              </a:tr>
              <a:tr h="2490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Dismissed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3782.72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5407.83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80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Fully 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4303.50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3749.86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29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3449.54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3449.54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27533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28D4E44-F916-339C-9E5D-996BED85D0D6}"/>
              </a:ext>
            </a:extLst>
          </p:cNvPr>
          <p:cNvSpPr txBox="1"/>
          <p:nvPr/>
        </p:nvSpPr>
        <p:spPr>
          <a:xfrm>
            <a:off x="1166648" y="5433848"/>
            <a:ext cx="9747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Intraclass: it is lower in </a:t>
            </a:r>
            <a:r>
              <a:rPr lang="en-US" dirty="0" err="1"/>
              <a:t>XGBoost</a:t>
            </a:r>
            <a:r>
              <a:rPr lang="en-US" dirty="0"/>
              <a:t> so they are more central to its class</a:t>
            </a:r>
          </a:p>
          <a:p>
            <a:r>
              <a:rPr lang="en-US" dirty="0"/>
              <a:t>Interclass: It is higher in 2 prototypes for Hist, where intraclass is higher than </a:t>
            </a:r>
            <a:r>
              <a:rPr lang="en-US" dirty="0" err="1"/>
              <a:t>XGBoost</a:t>
            </a:r>
            <a:r>
              <a:rPr lang="en-US" dirty="0"/>
              <a:t> so they are</a:t>
            </a:r>
          </a:p>
          <a:p>
            <a:r>
              <a:rPr lang="en-US" dirty="0"/>
              <a:t>more similar to outliers</a:t>
            </a:r>
          </a:p>
        </p:txBody>
      </p:sp>
    </p:spTree>
    <p:extLst>
      <p:ext uri="{BB962C8B-B14F-4D97-AF65-F5344CB8AC3E}">
        <p14:creationId xmlns:p14="http://schemas.microsoft.com/office/powerpoint/2010/main" val="2876410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C59F2-EC00-975C-04D4-C9470E42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6C1C64-0855-FF27-31D6-6A0866DAA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RTFM boundary cases dismissed-unresolved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Dismissed:  CF, SF, IF, AP, ID, SA</a:t>
            </a:r>
          </a:p>
          <a:p>
            <a:pPr lvl="2"/>
            <a:r>
              <a:rPr lang="en-US" dirty="0"/>
              <a:t>Unresolved: </a:t>
            </a:r>
            <a:r>
              <a:rPr lang="nn-NO" dirty="0"/>
              <a:t>CF, SF, IF, AP, ID, SA, </a:t>
            </a:r>
            <a:r>
              <a:rPr lang="nn-NO" b="1" dirty="0"/>
              <a:t>RP, NR, AJ</a:t>
            </a:r>
          </a:p>
          <a:p>
            <a:pPr lvl="2"/>
            <a:endParaRPr lang="nn-NO" b="1" dirty="0"/>
          </a:p>
          <a:p>
            <a:pPr lvl="1"/>
            <a:endParaRPr lang="nn-NO" b="1" dirty="0"/>
          </a:p>
          <a:p>
            <a:pPr lvl="1"/>
            <a:r>
              <a:rPr lang="nn-NO" dirty="0"/>
              <a:t>HistGradient:</a:t>
            </a:r>
          </a:p>
          <a:p>
            <a:pPr lvl="2"/>
            <a:r>
              <a:rPr lang="nn-NO" dirty="0"/>
              <a:t>Dismissed:   CF, SF, ID, SP</a:t>
            </a:r>
          </a:p>
          <a:p>
            <a:pPr lvl="2"/>
            <a:r>
              <a:rPr lang="nn-NO" dirty="0"/>
              <a:t>Unresolved: CF, SF, IF,   </a:t>
            </a:r>
            <a:r>
              <a:rPr lang="nn-NO" dirty="0">
                <a:solidFill>
                  <a:srgbClr val="FF0000"/>
                </a:solidFill>
              </a:rPr>
              <a:t>ID,  AP,  </a:t>
            </a:r>
            <a:r>
              <a:rPr lang="nn-NO" dirty="0"/>
              <a:t>SA, RP, NR, AJ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398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B4FB3-81D2-DED2-F96D-38DA1F9F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vs </a:t>
            </a:r>
            <a:r>
              <a:rPr lang="en-US" dirty="0" err="1"/>
              <a:t>HistGradientBoosting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2393BB-7E05-8015-B743-4D37E43F7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RTFM boundary cases fully paid – unresolved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pPr lvl="2"/>
            <a:r>
              <a:rPr lang="en-US" dirty="0"/>
              <a:t>Fully paid:    CF, SF, </a:t>
            </a:r>
            <a:r>
              <a:rPr lang="en-US" b="1" dirty="0"/>
              <a:t>IF,  ID, SA, </a:t>
            </a:r>
            <a:r>
              <a:rPr lang="en-US" dirty="0"/>
              <a:t>AP, PYM</a:t>
            </a:r>
          </a:p>
          <a:p>
            <a:pPr lvl="2"/>
            <a:r>
              <a:rPr lang="en-US" dirty="0"/>
              <a:t>Unresolved: CF, SF</a:t>
            </a:r>
            <a:r>
              <a:rPr lang="en-US" b="1" dirty="0"/>
              <a:t>, ID,SA, IF,  </a:t>
            </a:r>
            <a:r>
              <a:rPr lang="en-US" dirty="0"/>
              <a:t>AP, PYM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HistGradient</a:t>
            </a:r>
            <a:endParaRPr lang="en-US" dirty="0"/>
          </a:p>
          <a:p>
            <a:pPr lvl="2"/>
            <a:r>
              <a:rPr lang="en-US" dirty="0"/>
              <a:t>Fully paid:    CF, SF, IF, </a:t>
            </a:r>
            <a:r>
              <a:rPr lang="en-US" b="1" dirty="0"/>
              <a:t>AP, AJ, </a:t>
            </a:r>
            <a:r>
              <a:rPr lang="en-US" dirty="0"/>
              <a:t>PYM, PYM, PYM, PYM</a:t>
            </a:r>
          </a:p>
          <a:p>
            <a:pPr lvl="2"/>
            <a:r>
              <a:rPr lang="en-US" dirty="0"/>
              <a:t>Unresolved: CF, SF, IF</a:t>
            </a:r>
            <a:r>
              <a:rPr lang="en-US" b="1" dirty="0"/>
              <a:t>, AJ,AP, </a:t>
            </a:r>
            <a:r>
              <a:rPr lang="en-US" dirty="0"/>
              <a:t>PYM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17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D84CD-0604-88BE-FE01-78F235DFD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XGB vs HIST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321A8B-BD56-891B-D30C-A575E1626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is similar in both classifiers</a:t>
            </a:r>
          </a:p>
          <a:p>
            <a:endParaRPr lang="en-US" dirty="0"/>
          </a:p>
          <a:p>
            <a:r>
              <a:rPr lang="en-US" dirty="0"/>
              <a:t>In RTFM log, XGB provides simpler prototypes and those that are more representative for its class. By contrary, HIST provides prototypes more similar to outliers</a:t>
            </a:r>
          </a:p>
          <a:p>
            <a:endParaRPr lang="en-US" dirty="0"/>
          </a:p>
          <a:p>
            <a:r>
              <a:rPr lang="en-US" dirty="0"/>
              <a:t>In sepsis log, HIST provides more representative prototypes</a:t>
            </a:r>
          </a:p>
        </p:txBody>
      </p:sp>
    </p:spTree>
    <p:extLst>
      <p:ext uri="{BB962C8B-B14F-4D97-AF65-F5344CB8AC3E}">
        <p14:creationId xmlns:p14="http://schemas.microsoft.com/office/powerpoint/2010/main" val="3506949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AEFB3-F4C0-5B29-DAC6-618CE286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decline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771FA-3AF4-AFFB-313D-CAE8C210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reduced the training data for sepsis and </a:t>
            </a:r>
            <a:r>
              <a:rPr lang="en-US" dirty="0" err="1"/>
              <a:t>rtfm</a:t>
            </a:r>
            <a:r>
              <a:rPr lang="en-US" dirty="0"/>
              <a:t> logs.</a:t>
            </a:r>
          </a:p>
          <a:p>
            <a:endParaRPr lang="en-US" dirty="0"/>
          </a:p>
          <a:p>
            <a:r>
              <a:rPr lang="en-US" dirty="0"/>
              <a:t>Particularly, having 25%, 50% and 75% less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3419451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70CE3-CAE8-21E3-8671-66A54B67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decline RTFM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98F58B-3EDB-7472-5D1B-3E3B446B5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6" y="2750527"/>
            <a:ext cx="3692601" cy="216831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40D4949-ACF0-6A20-1845-2FE125AD9351}"/>
              </a:ext>
            </a:extLst>
          </p:cNvPr>
          <p:cNvSpPr txBox="1"/>
          <p:nvPr/>
        </p:nvSpPr>
        <p:spPr>
          <a:xfrm>
            <a:off x="1439916" y="4918841"/>
            <a:ext cx="1907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75% training data</a:t>
            </a:r>
          </a:p>
          <a:p>
            <a:pPr algn="ctr"/>
            <a:r>
              <a:rPr lang="en-US" dirty="0"/>
              <a:t>available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A410E7-CA05-860E-F309-6885C2B2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623" y="2750526"/>
            <a:ext cx="3642572" cy="216831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26287F-B7D0-7E51-9AD8-6B8927306D8D}"/>
              </a:ext>
            </a:extLst>
          </p:cNvPr>
          <p:cNvSpPr txBox="1"/>
          <p:nvPr/>
        </p:nvSpPr>
        <p:spPr>
          <a:xfrm>
            <a:off x="5344509" y="4918841"/>
            <a:ext cx="1907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50% training data</a:t>
            </a:r>
          </a:p>
          <a:p>
            <a:pPr algn="ctr"/>
            <a:r>
              <a:rPr lang="en-US" dirty="0"/>
              <a:t>available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DAFC31A-A9F3-B008-E795-932B70C31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747" y="2796325"/>
            <a:ext cx="3923777" cy="228908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1C8BEF0-EE2E-199F-7010-373227517C94}"/>
              </a:ext>
            </a:extLst>
          </p:cNvPr>
          <p:cNvSpPr txBox="1"/>
          <p:nvPr/>
        </p:nvSpPr>
        <p:spPr>
          <a:xfrm>
            <a:off x="9446098" y="5085414"/>
            <a:ext cx="1907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25% training data</a:t>
            </a:r>
          </a:p>
          <a:p>
            <a:pPr algn="ctr"/>
            <a:r>
              <a:rPr lang="en-US" dirty="0"/>
              <a:t>available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E521D9D-7E9A-8379-C973-8967F373BD62}"/>
              </a:ext>
            </a:extLst>
          </p:cNvPr>
          <p:cNvSpPr txBox="1"/>
          <p:nvPr/>
        </p:nvSpPr>
        <p:spPr>
          <a:xfrm>
            <a:off x="2565864" y="5794012"/>
            <a:ext cx="4920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small variations in the real predictions</a:t>
            </a:r>
          </a:p>
        </p:txBody>
      </p:sp>
    </p:spTree>
    <p:extLst>
      <p:ext uri="{BB962C8B-B14F-4D97-AF65-F5344CB8AC3E}">
        <p14:creationId xmlns:p14="http://schemas.microsoft.com/office/powerpoint/2010/main" val="1713139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0BE19-6467-1C5A-CB74-E25ABD24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decline RTFM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22F78E5-26F8-EB3D-BE3E-07FA38335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301717"/>
              </p:ext>
            </p:extLst>
          </p:nvPr>
        </p:nvGraphicFramePr>
        <p:xfrm>
          <a:off x="1775326" y="1986992"/>
          <a:ext cx="81280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252881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044543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460165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98649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Are equal…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75&amp;  TR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 TR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 TR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63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Unresolved</a:t>
                      </a:r>
                    </a:p>
                    <a:p>
                      <a:pPr algn="ctr"/>
                      <a:r>
                        <a:rPr lang="en-US" dirty="0"/>
                        <a:t>prototypes?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171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Fully paid</a:t>
                      </a:r>
                    </a:p>
                    <a:p>
                      <a:pPr algn="ctr"/>
                      <a:r>
                        <a:rPr lang="en-US" dirty="0"/>
                        <a:t>prototypes?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69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Dismissed</a:t>
                      </a:r>
                    </a:p>
                    <a:p>
                      <a:pPr algn="ctr"/>
                      <a:r>
                        <a:rPr lang="en-US" dirty="0"/>
                        <a:t>prototypes?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328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Collected prototypes?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1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BCs dismissed-unresolved?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65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BCs </a:t>
                      </a:r>
                      <a:r>
                        <a:rPr lang="en-US" dirty="0" err="1"/>
                        <a:t>fullypaid</a:t>
                      </a:r>
                      <a:r>
                        <a:rPr lang="en-US" dirty="0"/>
                        <a:t>-unresolved?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206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60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6A815-5D21-9E50-67F7-2E8163ED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decline Sepsis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6B303B-11A8-D852-8953-A7ADA718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807"/>
            <a:ext cx="3307164" cy="21756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786DC3C-3E75-1B00-E957-D13B651E732F}"/>
              </a:ext>
            </a:extLst>
          </p:cNvPr>
          <p:cNvSpPr txBox="1"/>
          <p:nvPr/>
        </p:nvSpPr>
        <p:spPr>
          <a:xfrm>
            <a:off x="998481" y="4519449"/>
            <a:ext cx="1414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75% TR data</a:t>
            </a:r>
          </a:p>
          <a:p>
            <a:pPr algn="ctr"/>
            <a:r>
              <a:rPr lang="en-US" dirty="0"/>
              <a:t>available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56FFD10-B03B-8216-D2B5-085728141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282" y="2343807"/>
            <a:ext cx="3952777" cy="22596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040E481-E10E-7DAC-94A0-0775E8CF3781}"/>
              </a:ext>
            </a:extLst>
          </p:cNvPr>
          <p:cNvSpPr txBox="1"/>
          <p:nvPr/>
        </p:nvSpPr>
        <p:spPr>
          <a:xfrm>
            <a:off x="4871545" y="4603496"/>
            <a:ext cx="1414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50% TR data</a:t>
            </a:r>
          </a:p>
          <a:p>
            <a:pPr algn="ctr"/>
            <a:r>
              <a:rPr lang="en-US" dirty="0"/>
              <a:t>available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49BA40C-00B6-30BF-0AB5-575E4243A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177" y="2343807"/>
            <a:ext cx="4057160" cy="225968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160D5A2-CABC-1AF0-79DA-771222C812CF}"/>
              </a:ext>
            </a:extLst>
          </p:cNvPr>
          <p:cNvSpPr txBox="1"/>
          <p:nvPr/>
        </p:nvSpPr>
        <p:spPr>
          <a:xfrm>
            <a:off x="9140484" y="4603495"/>
            <a:ext cx="1414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25% TR data</a:t>
            </a:r>
          </a:p>
          <a:p>
            <a:pPr algn="ctr"/>
            <a:r>
              <a:rPr lang="en-US" dirty="0"/>
              <a:t>available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559A16-3774-9D68-7F6F-B4C138A0CAC8}"/>
              </a:ext>
            </a:extLst>
          </p:cNvPr>
          <p:cNvSpPr txBox="1"/>
          <p:nvPr/>
        </p:nvSpPr>
        <p:spPr>
          <a:xfrm>
            <a:off x="2565864" y="5794012"/>
            <a:ext cx="4920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small variations in the real predictions</a:t>
            </a:r>
          </a:p>
        </p:txBody>
      </p:sp>
    </p:spTree>
    <p:extLst>
      <p:ext uri="{BB962C8B-B14F-4D97-AF65-F5344CB8AC3E}">
        <p14:creationId xmlns:p14="http://schemas.microsoft.com/office/powerpoint/2010/main" val="2970677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1444A-4AAE-54BE-934B-E1515A69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decline Sepsis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89EAF13-C9D9-8E43-FBF3-3D7B8263D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127570"/>
              </p:ext>
            </p:extLst>
          </p:nvPr>
        </p:nvGraphicFramePr>
        <p:xfrm>
          <a:off x="1475873" y="1986991"/>
          <a:ext cx="8427452" cy="3082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863">
                  <a:extLst>
                    <a:ext uri="{9D8B030D-6E8A-4147-A177-3AD203B41FA5}">
                      <a16:colId xmlns:a16="http://schemas.microsoft.com/office/drawing/2014/main" val="525288125"/>
                    </a:ext>
                  </a:extLst>
                </a:gridCol>
                <a:gridCol w="2106863">
                  <a:extLst>
                    <a:ext uri="{9D8B030D-6E8A-4147-A177-3AD203B41FA5}">
                      <a16:colId xmlns:a16="http://schemas.microsoft.com/office/drawing/2014/main" val="3104454349"/>
                    </a:ext>
                  </a:extLst>
                </a:gridCol>
                <a:gridCol w="2106863">
                  <a:extLst>
                    <a:ext uri="{9D8B030D-6E8A-4147-A177-3AD203B41FA5}">
                      <a16:colId xmlns:a16="http://schemas.microsoft.com/office/drawing/2014/main" val="946016514"/>
                    </a:ext>
                  </a:extLst>
                </a:gridCol>
                <a:gridCol w="2106863">
                  <a:extLst>
                    <a:ext uri="{9D8B030D-6E8A-4147-A177-3AD203B41FA5}">
                      <a16:colId xmlns:a16="http://schemas.microsoft.com/office/drawing/2014/main" val="3198649766"/>
                    </a:ext>
                  </a:extLst>
                </a:gridCol>
              </a:tblGrid>
              <a:tr h="4989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Are equal…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75&amp;  TR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 TR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 TR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637207"/>
                  </a:ext>
                </a:extLst>
              </a:tr>
              <a:tr h="8611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SIRS true</a:t>
                      </a:r>
                    </a:p>
                    <a:p>
                      <a:pPr algn="ctr"/>
                      <a:r>
                        <a:rPr lang="en-US" dirty="0"/>
                        <a:t>prototypes?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171541"/>
                  </a:ext>
                </a:extLst>
              </a:tr>
              <a:tr h="8611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SIRS false</a:t>
                      </a:r>
                    </a:p>
                    <a:p>
                      <a:pPr algn="ctr"/>
                      <a:r>
                        <a:rPr lang="en-US" dirty="0"/>
                        <a:t>prototypes?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695518"/>
                  </a:ext>
                </a:extLst>
              </a:tr>
              <a:tr h="8611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BCs SIRS True-False?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206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980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11F0A-B992-7E95-86B2-AF6A2554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decline of the classifier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BA8B74-8938-3FE6-4D1A-08034A33C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Despite providing less data, the approach seems to work consistently for prototypes, but not </a:t>
            </a:r>
            <a:r>
              <a:rPr lang="en-US"/>
              <a:t>boundary cases.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Especially, the results vary in the Sepsis log, which makes sense due to its high variance in terms of control flow.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0482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1386</Words>
  <Application>Microsoft Office PowerPoint</Application>
  <PresentationFormat>Panorámica</PresentationFormat>
  <Paragraphs>297</Paragraphs>
  <Slides>24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de Office</vt:lpstr>
      <vt:lpstr>Bag of activities VS DECLARE rules</vt:lpstr>
      <vt:lpstr>Bag of activities vs DECLARE rules</vt:lpstr>
      <vt:lpstr>Bag of activities vs DECLARE rules</vt:lpstr>
      <vt:lpstr>Bag of activities vs DECLARE rules</vt:lpstr>
      <vt:lpstr>Bag of activities vs DECLARE rules</vt:lpstr>
      <vt:lpstr>Bag of activities vs DECLARE rules</vt:lpstr>
      <vt:lpstr>Bag of activities vs DECLARE rules</vt:lpstr>
      <vt:lpstr>Bag of activities vs DECLARE rules</vt:lpstr>
      <vt:lpstr>XGBoost VS HistGradientBoosting</vt:lpstr>
      <vt:lpstr>XGBoost vs HistGradientBoosting</vt:lpstr>
      <vt:lpstr>XGBoost VS HistGradientBoosting</vt:lpstr>
      <vt:lpstr>XGBoost vs HistGradientBoosting</vt:lpstr>
      <vt:lpstr>XGBoost VS HistGradientBoosting</vt:lpstr>
      <vt:lpstr>XGBoost vs HistGradientBoosting</vt:lpstr>
      <vt:lpstr>XGBoost vs HistGradientBoosting</vt:lpstr>
      <vt:lpstr>XGBoost vs HistGradientBoosting</vt:lpstr>
      <vt:lpstr>XGBoost vs HistGradientBoosting</vt:lpstr>
      <vt:lpstr>Conclusion XGB vs HIST</vt:lpstr>
      <vt:lpstr>Classifier decline</vt:lpstr>
      <vt:lpstr>Classifier decline RTFM</vt:lpstr>
      <vt:lpstr>Classifier decline RTFM</vt:lpstr>
      <vt:lpstr>Classifier decline Sepsis</vt:lpstr>
      <vt:lpstr>Classifier decline Sepsis</vt:lpstr>
      <vt:lpstr>Conclusions decline of the classifier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CAPITAN AGUDO</dc:creator>
  <cp:lastModifiedBy>CARLOS CAPITAN AGUDO</cp:lastModifiedBy>
  <cp:revision>5</cp:revision>
  <dcterms:created xsi:type="dcterms:W3CDTF">2026-05-20T12:09:05Z</dcterms:created>
  <dcterms:modified xsi:type="dcterms:W3CDTF">2026-06-08T14:15:46Z</dcterms:modified>
</cp:coreProperties>
</file>